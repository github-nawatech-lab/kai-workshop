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8" r:id="rId5"/>
    <p:sldId id="261" r:id="rId6"/>
    <p:sldId id="268" r:id="rId7"/>
    <p:sldId id="262" r:id="rId8"/>
    <p:sldId id="272" r:id="rId9"/>
    <p:sldId id="273" r:id="rId10"/>
    <p:sldId id="274" r:id="rId11"/>
    <p:sldId id="275" r:id="rId12"/>
    <p:sldId id="277" r:id="rId13"/>
    <p:sldId id="278" r:id="rId14"/>
    <p:sldId id="280" r:id="rId15"/>
    <p:sldId id="282" r:id="rId16"/>
    <p:sldId id="269" r:id="rId17"/>
    <p:sldId id="264" r:id="rId18"/>
    <p:sldId id="283" r:id="rId19"/>
    <p:sldId id="257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mad Ramadhan" userId="f7827fa8-03e8-4925-961e-dd4b944f323b" providerId="ADAL" clId="{0A6EEE8D-9CBF-460D-85BB-F7B9D0D8F0C9}"/>
    <pc:docChg chg="undo redo custSel addSld delSld modSld sldOrd">
      <pc:chgData name="Rahmad Ramadhan" userId="f7827fa8-03e8-4925-961e-dd4b944f323b" providerId="ADAL" clId="{0A6EEE8D-9CBF-460D-85BB-F7B9D0D8F0C9}" dt="2025-05-19T03:29:26.364" v="1304" actId="20577"/>
      <pc:docMkLst>
        <pc:docMk/>
      </pc:docMkLst>
      <pc:sldChg chg="modSp mod">
        <pc:chgData name="Rahmad Ramadhan" userId="f7827fa8-03e8-4925-961e-dd4b944f323b" providerId="ADAL" clId="{0A6EEE8D-9CBF-460D-85BB-F7B9D0D8F0C9}" dt="2025-05-15T06:10:57.131" v="584" actId="20577"/>
        <pc:sldMkLst>
          <pc:docMk/>
          <pc:sldMk cId="1009713933" sldId="261"/>
        </pc:sldMkLst>
        <pc:spChg chg="mod">
          <ac:chgData name="Rahmad Ramadhan" userId="f7827fa8-03e8-4925-961e-dd4b944f323b" providerId="ADAL" clId="{0A6EEE8D-9CBF-460D-85BB-F7B9D0D8F0C9}" dt="2025-05-15T06:10:57.131" v="584" actId="20577"/>
          <ac:spMkLst>
            <pc:docMk/>
            <pc:sldMk cId="1009713933" sldId="261"/>
            <ac:spMk id="3" creationId="{F96AC8D0-C254-1DDF-919D-65681FFC370C}"/>
          </ac:spMkLst>
        </pc:spChg>
      </pc:sldChg>
      <pc:sldChg chg="addSp modSp mod ord modShow">
        <pc:chgData name="Rahmad Ramadhan" userId="f7827fa8-03e8-4925-961e-dd4b944f323b" providerId="ADAL" clId="{0A6EEE8D-9CBF-460D-85BB-F7B9D0D8F0C9}" dt="2025-05-16T04:04:25.567" v="844" actId="313"/>
        <pc:sldMkLst>
          <pc:docMk/>
          <pc:sldMk cId="1262681099" sldId="262"/>
        </pc:sldMkLst>
        <pc:spChg chg="add mod">
          <ac:chgData name="Rahmad Ramadhan" userId="f7827fa8-03e8-4925-961e-dd4b944f323b" providerId="ADAL" clId="{0A6EEE8D-9CBF-460D-85BB-F7B9D0D8F0C9}" dt="2025-05-16T04:04:25.567" v="844" actId="313"/>
          <ac:spMkLst>
            <pc:docMk/>
            <pc:sldMk cId="1262681099" sldId="262"/>
            <ac:spMk id="6" creationId="{BA15F00D-EA27-4DD4-AD40-9F74FAC16C34}"/>
          </ac:spMkLst>
        </pc:spChg>
        <pc:cxnChg chg="add mod">
          <ac:chgData name="Rahmad Ramadhan" userId="f7827fa8-03e8-4925-961e-dd4b944f323b" providerId="ADAL" clId="{0A6EEE8D-9CBF-460D-85BB-F7B9D0D8F0C9}" dt="2025-05-16T04:02:38.440" v="765" actId="13822"/>
          <ac:cxnSpMkLst>
            <pc:docMk/>
            <pc:sldMk cId="1262681099" sldId="262"/>
            <ac:cxnSpMk id="4" creationId="{2C6A23A4-81AD-43DB-A37E-BF4559B1A74B}"/>
          </ac:cxnSpMkLst>
        </pc:cxnChg>
      </pc:sldChg>
      <pc:sldChg chg="modSp del mod">
        <pc:chgData name="Rahmad Ramadhan" userId="f7827fa8-03e8-4925-961e-dd4b944f323b" providerId="ADAL" clId="{0A6EEE8D-9CBF-460D-85BB-F7B9D0D8F0C9}" dt="2025-05-15T06:10:27.513" v="562" actId="47"/>
        <pc:sldMkLst>
          <pc:docMk/>
          <pc:sldMk cId="702386501" sldId="263"/>
        </pc:sldMkLst>
        <pc:spChg chg="mod">
          <ac:chgData name="Rahmad Ramadhan" userId="f7827fa8-03e8-4925-961e-dd4b944f323b" providerId="ADAL" clId="{0A6EEE8D-9CBF-460D-85BB-F7B9D0D8F0C9}" dt="2025-05-15T06:10:25.362" v="561" actId="20577"/>
          <ac:spMkLst>
            <pc:docMk/>
            <pc:sldMk cId="702386501" sldId="263"/>
            <ac:spMk id="3" creationId="{7074B644-121B-120C-F9AF-3E99F59951A0}"/>
          </ac:spMkLst>
        </pc:spChg>
      </pc:sldChg>
      <pc:sldChg chg="addSp delSp modSp add mod">
        <pc:chgData name="Rahmad Ramadhan" userId="f7827fa8-03e8-4925-961e-dd4b944f323b" providerId="ADAL" clId="{0A6EEE8D-9CBF-460D-85BB-F7B9D0D8F0C9}" dt="2025-05-16T03:54:46.367" v="728" actId="207"/>
        <pc:sldMkLst>
          <pc:docMk/>
          <pc:sldMk cId="4166241862" sldId="264"/>
        </pc:sldMkLst>
        <pc:spChg chg="del">
          <ac:chgData name="Rahmad Ramadhan" userId="f7827fa8-03e8-4925-961e-dd4b944f323b" providerId="ADAL" clId="{0A6EEE8D-9CBF-460D-85BB-F7B9D0D8F0C9}" dt="2025-05-16T03:50:19.453" v="604" actId="22"/>
          <ac:spMkLst>
            <pc:docMk/>
            <pc:sldMk cId="4166241862" sldId="264"/>
            <ac:spMk id="3" creationId="{DD14FD56-BB1A-825D-D993-A7E4D1D33DC0}"/>
          </ac:spMkLst>
        </pc:spChg>
        <pc:spChg chg="add del mod">
          <ac:chgData name="Rahmad Ramadhan" userId="f7827fa8-03e8-4925-961e-dd4b944f323b" providerId="ADAL" clId="{0A6EEE8D-9CBF-460D-85BB-F7B9D0D8F0C9}" dt="2025-05-16T03:51:22.360" v="612" actId="478"/>
          <ac:spMkLst>
            <pc:docMk/>
            <pc:sldMk cId="4166241862" sldId="264"/>
            <ac:spMk id="6" creationId="{0B542FC7-5E70-458A-90DB-79850106BCAD}"/>
          </ac:spMkLst>
        </pc:spChg>
        <pc:spChg chg="add del mod">
          <ac:chgData name="Rahmad Ramadhan" userId="f7827fa8-03e8-4925-961e-dd4b944f323b" providerId="ADAL" clId="{0A6EEE8D-9CBF-460D-85BB-F7B9D0D8F0C9}" dt="2025-05-16T03:51:24.138" v="613" actId="22"/>
          <ac:spMkLst>
            <pc:docMk/>
            <pc:sldMk cId="4166241862" sldId="264"/>
            <ac:spMk id="10" creationId="{F05479B8-81AB-4526-887B-FEEB9FE7602E}"/>
          </ac:spMkLst>
        </pc:spChg>
        <pc:spChg chg="add mod">
          <ac:chgData name="Rahmad Ramadhan" userId="f7827fa8-03e8-4925-961e-dd4b944f323b" providerId="ADAL" clId="{0A6EEE8D-9CBF-460D-85BB-F7B9D0D8F0C9}" dt="2025-05-16T03:51:40.259" v="616" actId="208"/>
          <ac:spMkLst>
            <pc:docMk/>
            <pc:sldMk cId="4166241862" sldId="264"/>
            <ac:spMk id="15" creationId="{302A1565-095F-4AF5-8867-E3B4DA56FF2E}"/>
          </ac:spMkLst>
        </pc:spChg>
        <pc:spChg chg="add mod">
          <ac:chgData name="Rahmad Ramadhan" userId="f7827fa8-03e8-4925-961e-dd4b944f323b" providerId="ADAL" clId="{0A6EEE8D-9CBF-460D-85BB-F7B9D0D8F0C9}" dt="2025-05-16T03:54:46.367" v="728" actId="207"/>
          <ac:spMkLst>
            <pc:docMk/>
            <pc:sldMk cId="4166241862" sldId="264"/>
            <ac:spMk id="18" creationId="{57B1CE47-4212-4019-9C78-D3155DAAA19A}"/>
          </ac:spMkLst>
        </pc:spChg>
        <pc:spChg chg="add mod">
          <ac:chgData name="Rahmad Ramadhan" userId="f7827fa8-03e8-4925-961e-dd4b944f323b" providerId="ADAL" clId="{0A6EEE8D-9CBF-460D-85BB-F7B9D0D8F0C9}" dt="2025-05-16T03:53:18.903" v="681" actId="14100"/>
          <ac:spMkLst>
            <pc:docMk/>
            <pc:sldMk cId="4166241862" sldId="264"/>
            <ac:spMk id="19" creationId="{F58CDACC-A7A8-48A0-B03E-431B523DA53D}"/>
          </ac:spMkLst>
        </pc:spChg>
        <pc:spChg chg="add mod">
          <ac:chgData name="Rahmad Ramadhan" userId="f7827fa8-03e8-4925-961e-dd4b944f323b" providerId="ADAL" clId="{0A6EEE8D-9CBF-460D-85BB-F7B9D0D8F0C9}" dt="2025-05-16T03:54:41.889" v="727" actId="207"/>
          <ac:spMkLst>
            <pc:docMk/>
            <pc:sldMk cId="4166241862" sldId="264"/>
            <ac:spMk id="21" creationId="{5ECDE6B7-6C8A-4363-ACFB-ADA11AEE388E}"/>
          </ac:spMkLst>
        </pc:spChg>
        <pc:spChg chg="add mod">
          <ac:chgData name="Rahmad Ramadhan" userId="f7827fa8-03e8-4925-961e-dd4b944f323b" providerId="ADAL" clId="{0A6EEE8D-9CBF-460D-85BB-F7B9D0D8F0C9}" dt="2025-05-16T03:53:52.040" v="688" actId="1076"/>
          <ac:spMkLst>
            <pc:docMk/>
            <pc:sldMk cId="4166241862" sldId="264"/>
            <ac:spMk id="24" creationId="{891FCF24-2CEA-4038-86A0-1D16E7C8EAF8}"/>
          </ac:spMkLst>
        </pc:spChg>
        <pc:spChg chg="add mod">
          <ac:chgData name="Rahmad Ramadhan" userId="f7827fa8-03e8-4925-961e-dd4b944f323b" providerId="ADAL" clId="{0A6EEE8D-9CBF-460D-85BB-F7B9D0D8F0C9}" dt="2025-05-16T03:54:33.003" v="726" actId="207"/>
          <ac:spMkLst>
            <pc:docMk/>
            <pc:sldMk cId="4166241862" sldId="264"/>
            <ac:spMk id="26" creationId="{11ADA245-7A3F-475F-80BD-508944D6B191}"/>
          </ac:spMkLst>
        </pc:spChg>
        <pc:picChg chg="add del mod ord">
          <ac:chgData name="Rahmad Ramadhan" userId="f7827fa8-03e8-4925-961e-dd4b944f323b" providerId="ADAL" clId="{0A6EEE8D-9CBF-460D-85BB-F7B9D0D8F0C9}" dt="2025-05-16T03:51:11.130" v="609" actId="478"/>
          <ac:picMkLst>
            <pc:docMk/>
            <pc:sldMk cId="4166241862" sldId="264"/>
            <ac:picMk id="5" creationId="{D8385C2A-49AD-4703-99D0-10947446DC14}"/>
          </ac:picMkLst>
        </pc:picChg>
        <pc:picChg chg="add del mod ord">
          <ac:chgData name="Rahmad Ramadhan" userId="f7827fa8-03e8-4925-961e-dd4b944f323b" providerId="ADAL" clId="{0A6EEE8D-9CBF-460D-85BB-F7B9D0D8F0C9}" dt="2025-05-16T03:51:16.026" v="611" actId="22"/>
          <ac:picMkLst>
            <pc:docMk/>
            <pc:sldMk cId="4166241862" sldId="264"/>
            <ac:picMk id="12" creationId="{28C02003-2712-44BD-80F4-C97500483E5A}"/>
          </ac:picMkLst>
        </pc:picChg>
        <pc:picChg chg="add mod ord">
          <ac:chgData name="Rahmad Ramadhan" userId="f7827fa8-03e8-4925-961e-dd4b944f323b" providerId="ADAL" clId="{0A6EEE8D-9CBF-460D-85BB-F7B9D0D8F0C9}" dt="2025-05-16T03:52:59.322" v="678" actId="1076"/>
          <ac:picMkLst>
            <pc:docMk/>
            <pc:sldMk cId="4166241862" sldId="264"/>
            <ac:picMk id="14" creationId="{BBA7F87F-F7B4-411F-ADD0-1306D194DEF7}"/>
          </ac:picMkLst>
        </pc:picChg>
        <pc:cxnChg chg="add del">
          <ac:chgData name="Rahmad Ramadhan" userId="f7827fa8-03e8-4925-961e-dd4b944f323b" providerId="ADAL" clId="{0A6EEE8D-9CBF-460D-85BB-F7B9D0D8F0C9}" dt="2025-05-16T03:51:22.360" v="612" actId="478"/>
          <ac:cxnSpMkLst>
            <pc:docMk/>
            <pc:sldMk cId="4166241862" sldId="264"/>
            <ac:cxnSpMk id="8" creationId="{0CA4D264-867F-4DF7-AF5F-1B19E35EE848}"/>
          </ac:cxnSpMkLst>
        </pc:cxnChg>
        <pc:cxnChg chg="add mod">
          <ac:chgData name="Rahmad Ramadhan" userId="f7827fa8-03e8-4925-961e-dd4b944f323b" providerId="ADAL" clId="{0A6EEE8D-9CBF-460D-85BB-F7B9D0D8F0C9}" dt="2025-05-16T03:51:48.456" v="618" actId="13822"/>
          <ac:cxnSpMkLst>
            <pc:docMk/>
            <pc:sldMk cId="4166241862" sldId="264"/>
            <ac:cxnSpMk id="17" creationId="{DF257DEB-686A-4785-9A5F-76756F30EEA4}"/>
          </ac:cxnSpMkLst>
        </pc:cxnChg>
        <pc:cxnChg chg="add mod">
          <ac:chgData name="Rahmad Ramadhan" userId="f7827fa8-03e8-4925-961e-dd4b944f323b" providerId="ADAL" clId="{0A6EEE8D-9CBF-460D-85BB-F7B9D0D8F0C9}" dt="2025-05-16T03:53:42.321" v="686" actId="14100"/>
          <ac:cxnSpMkLst>
            <pc:docMk/>
            <pc:sldMk cId="4166241862" sldId="264"/>
            <ac:cxnSpMk id="20" creationId="{E82E9B5C-E8D5-42BC-B0BA-98D6E3676E02}"/>
          </ac:cxnSpMkLst>
        </pc:cxnChg>
        <pc:cxnChg chg="add mod">
          <ac:chgData name="Rahmad Ramadhan" userId="f7827fa8-03e8-4925-961e-dd4b944f323b" providerId="ADAL" clId="{0A6EEE8D-9CBF-460D-85BB-F7B9D0D8F0C9}" dt="2025-05-16T03:53:52.040" v="688" actId="1076"/>
          <ac:cxnSpMkLst>
            <pc:docMk/>
            <pc:sldMk cId="4166241862" sldId="264"/>
            <ac:cxnSpMk id="25" creationId="{9215BB5C-F18D-4D29-B2AF-A19E5B620B02}"/>
          </ac:cxnSpMkLst>
        </pc:cxnChg>
      </pc:sldChg>
      <pc:sldChg chg="modSp">
        <pc:chgData name="Rahmad Ramadhan" userId="f7827fa8-03e8-4925-961e-dd4b944f323b" providerId="ADAL" clId="{0A6EEE8D-9CBF-460D-85BB-F7B9D0D8F0C9}" dt="2025-05-15T02:11:51.485" v="1"/>
        <pc:sldMkLst>
          <pc:docMk/>
          <pc:sldMk cId="1662478401" sldId="268"/>
        </pc:sldMkLst>
        <pc:spChg chg="mod">
          <ac:chgData name="Rahmad Ramadhan" userId="f7827fa8-03e8-4925-961e-dd4b944f323b" providerId="ADAL" clId="{0A6EEE8D-9CBF-460D-85BB-F7B9D0D8F0C9}" dt="2025-05-15T02:11:51.485" v="1"/>
          <ac:spMkLst>
            <pc:docMk/>
            <pc:sldMk cId="1662478401" sldId="268"/>
            <ac:spMk id="11" creationId="{3A0D35AA-46AD-91D4-82EF-42274A10FD22}"/>
          </ac:spMkLst>
        </pc:spChg>
      </pc:sldChg>
      <pc:sldChg chg="add">
        <pc:chgData name="Rahmad Ramadhan" userId="f7827fa8-03e8-4925-961e-dd4b944f323b" providerId="ADAL" clId="{0A6EEE8D-9CBF-460D-85BB-F7B9D0D8F0C9}" dt="2025-05-16T03:49:25.265" v="602"/>
        <pc:sldMkLst>
          <pc:docMk/>
          <pc:sldMk cId="3787607234" sldId="269"/>
        </pc:sldMkLst>
      </pc:sldChg>
      <pc:sldChg chg="addSp modSp add mod ord modShow">
        <pc:chgData name="Rahmad Ramadhan" userId="f7827fa8-03e8-4925-961e-dd4b944f323b" providerId="ADAL" clId="{0A6EEE8D-9CBF-460D-85BB-F7B9D0D8F0C9}" dt="2025-05-16T04:04:11.817" v="835" actId="1076"/>
        <pc:sldMkLst>
          <pc:docMk/>
          <pc:sldMk cId="4134976224" sldId="272"/>
        </pc:sldMkLst>
        <pc:spChg chg="add mod">
          <ac:chgData name="Rahmad Ramadhan" userId="f7827fa8-03e8-4925-961e-dd4b944f323b" providerId="ADAL" clId="{0A6EEE8D-9CBF-460D-85BB-F7B9D0D8F0C9}" dt="2025-05-16T04:04:11.817" v="835" actId="1076"/>
          <ac:spMkLst>
            <pc:docMk/>
            <pc:sldMk cId="4134976224" sldId="272"/>
            <ac:spMk id="6" creationId="{690ED871-1A69-4AF3-AE43-F5FDA79CE771}"/>
          </ac:spMkLst>
        </pc:spChg>
        <pc:cxnChg chg="add mod">
          <ac:chgData name="Rahmad Ramadhan" userId="f7827fa8-03e8-4925-961e-dd4b944f323b" providerId="ADAL" clId="{0A6EEE8D-9CBF-460D-85BB-F7B9D0D8F0C9}" dt="2025-05-16T04:03:43.322" v="806" actId="13822"/>
          <ac:cxnSpMkLst>
            <pc:docMk/>
            <pc:sldMk cId="4134976224" sldId="272"/>
            <ac:cxnSpMk id="4" creationId="{680D184A-AF56-4073-AE3D-998CCDDF84D3}"/>
          </ac:cxnSpMkLst>
        </pc:cxnChg>
      </pc:sldChg>
      <pc:sldChg chg="addSp delSp modSp add mod ord modShow">
        <pc:chgData name="Rahmad Ramadhan" userId="f7827fa8-03e8-4925-961e-dd4b944f323b" providerId="ADAL" clId="{0A6EEE8D-9CBF-460D-85BB-F7B9D0D8F0C9}" dt="2025-05-16T04:05:58.467" v="873" actId="14100"/>
        <pc:sldMkLst>
          <pc:docMk/>
          <pc:sldMk cId="561144637" sldId="273"/>
        </pc:sldMkLst>
        <pc:spChg chg="add mod">
          <ac:chgData name="Rahmad Ramadhan" userId="f7827fa8-03e8-4925-961e-dd4b944f323b" providerId="ADAL" clId="{0A6EEE8D-9CBF-460D-85BB-F7B9D0D8F0C9}" dt="2025-05-16T04:05:07.391" v="867" actId="1076"/>
          <ac:spMkLst>
            <pc:docMk/>
            <pc:sldMk cId="561144637" sldId="273"/>
            <ac:spMk id="7" creationId="{029CC8CE-D78D-41EC-833B-BE3D445B5E8D}"/>
          </ac:spMkLst>
        </pc:spChg>
        <pc:cxnChg chg="add del mod">
          <ac:chgData name="Rahmad Ramadhan" userId="f7827fa8-03e8-4925-961e-dd4b944f323b" providerId="ADAL" clId="{0A6EEE8D-9CBF-460D-85BB-F7B9D0D8F0C9}" dt="2025-05-16T04:05:24.458" v="868" actId="478"/>
          <ac:cxnSpMkLst>
            <pc:docMk/>
            <pc:sldMk cId="561144637" sldId="273"/>
            <ac:cxnSpMk id="4" creationId="{B31B97E2-F0C5-4AE6-9071-A7D324B98C44}"/>
          </ac:cxnSpMkLst>
        </pc:cxnChg>
        <pc:cxnChg chg="add mod">
          <ac:chgData name="Rahmad Ramadhan" userId="f7827fa8-03e8-4925-961e-dd4b944f323b" providerId="ADAL" clId="{0A6EEE8D-9CBF-460D-85BB-F7B9D0D8F0C9}" dt="2025-05-16T04:05:58.467" v="873" actId="14100"/>
          <ac:cxnSpMkLst>
            <pc:docMk/>
            <pc:sldMk cId="561144637" sldId="273"/>
            <ac:cxnSpMk id="9" creationId="{98ADAF26-5DF8-49BB-A7FE-DA8D5C8CEE2F}"/>
          </ac:cxnSpMkLst>
        </pc:cxnChg>
      </pc:sldChg>
      <pc:sldChg chg="addSp modSp mod ord modShow">
        <pc:chgData name="Rahmad Ramadhan" userId="f7827fa8-03e8-4925-961e-dd4b944f323b" providerId="ADAL" clId="{0A6EEE8D-9CBF-460D-85BB-F7B9D0D8F0C9}" dt="2025-05-16T04:07:04.821" v="887" actId="1076"/>
        <pc:sldMkLst>
          <pc:docMk/>
          <pc:sldMk cId="2981062013" sldId="274"/>
        </pc:sldMkLst>
        <pc:spChg chg="add mod">
          <ac:chgData name="Rahmad Ramadhan" userId="f7827fa8-03e8-4925-961e-dd4b944f323b" providerId="ADAL" clId="{0A6EEE8D-9CBF-460D-85BB-F7B9D0D8F0C9}" dt="2025-05-16T04:06:40.415" v="879" actId="1076"/>
          <ac:spMkLst>
            <pc:docMk/>
            <pc:sldMk cId="2981062013" sldId="274"/>
            <ac:spMk id="3" creationId="{AB83A656-0533-4BD6-A11E-CC26F35EA7D0}"/>
          </ac:spMkLst>
        </pc:spChg>
        <pc:spChg chg="add mod">
          <ac:chgData name="Rahmad Ramadhan" userId="f7827fa8-03e8-4925-961e-dd4b944f323b" providerId="ADAL" clId="{0A6EEE8D-9CBF-460D-85BB-F7B9D0D8F0C9}" dt="2025-05-16T04:07:04.821" v="887" actId="1076"/>
          <ac:spMkLst>
            <pc:docMk/>
            <pc:sldMk cId="2981062013" sldId="274"/>
            <ac:spMk id="5" creationId="{C0B5CDE4-34DD-45AB-8BAA-8FF16DFFB15A}"/>
          </ac:spMkLst>
        </pc:spChg>
      </pc:sldChg>
      <pc:sldChg chg="addSp delSp modSp mod">
        <pc:chgData name="Rahmad Ramadhan" userId="f7827fa8-03e8-4925-961e-dd4b944f323b" providerId="ADAL" clId="{0A6EEE8D-9CBF-460D-85BB-F7B9D0D8F0C9}" dt="2025-05-15T06:02:41.956" v="253" actId="20577"/>
        <pc:sldMkLst>
          <pc:docMk/>
          <pc:sldMk cId="786051529" sldId="275"/>
        </pc:sldMkLst>
        <pc:spChg chg="mod">
          <ac:chgData name="Rahmad Ramadhan" userId="f7827fa8-03e8-4925-961e-dd4b944f323b" providerId="ADAL" clId="{0A6EEE8D-9CBF-460D-85BB-F7B9D0D8F0C9}" dt="2025-05-15T05:52:08.587" v="42"/>
          <ac:spMkLst>
            <pc:docMk/>
            <pc:sldMk cId="786051529" sldId="275"/>
            <ac:spMk id="2" creationId="{DEF42C9A-6909-EF75-7F97-CD05F7DC448C}"/>
          </ac:spMkLst>
        </pc:spChg>
        <pc:spChg chg="add mod">
          <ac:chgData name="Rahmad Ramadhan" userId="f7827fa8-03e8-4925-961e-dd4b944f323b" providerId="ADAL" clId="{0A6EEE8D-9CBF-460D-85BB-F7B9D0D8F0C9}" dt="2025-05-15T05:58:33.007" v="56" actId="208"/>
          <ac:spMkLst>
            <pc:docMk/>
            <pc:sldMk cId="786051529" sldId="275"/>
            <ac:spMk id="3" creationId="{A50C1EE9-23D1-4AFA-9D3E-E8116185DFB7}"/>
          </ac:spMkLst>
        </pc:spChg>
        <pc:spChg chg="add mod">
          <ac:chgData name="Rahmad Ramadhan" userId="f7827fa8-03e8-4925-961e-dd4b944f323b" providerId="ADAL" clId="{0A6EEE8D-9CBF-460D-85BB-F7B9D0D8F0C9}" dt="2025-05-15T06:00:15.544" v="94" actId="1076"/>
          <ac:spMkLst>
            <pc:docMk/>
            <pc:sldMk cId="786051529" sldId="275"/>
            <ac:spMk id="6" creationId="{CE8380DC-69EA-4F07-8987-04A15F1FD384}"/>
          </ac:spMkLst>
        </pc:spChg>
        <pc:spChg chg="add del mod">
          <ac:chgData name="Rahmad Ramadhan" userId="f7827fa8-03e8-4925-961e-dd4b944f323b" providerId="ADAL" clId="{0A6EEE8D-9CBF-460D-85BB-F7B9D0D8F0C9}" dt="2025-05-15T06:00:30.431" v="97" actId="14100"/>
          <ac:spMkLst>
            <pc:docMk/>
            <pc:sldMk cId="786051529" sldId="275"/>
            <ac:spMk id="8" creationId="{DB7A6681-1C6B-444D-A615-2583FB8C9717}"/>
          </ac:spMkLst>
        </pc:spChg>
        <pc:spChg chg="add del mod">
          <ac:chgData name="Rahmad Ramadhan" userId="f7827fa8-03e8-4925-961e-dd4b944f323b" providerId="ADAL" clId="{0A6EEE8D-9CBF-460D-85BB-F7B9D0D8F0C9}" dt="2025-05-15T06:00:53.819" v="109" actId="20577"/>
          <ac:spMkLst>
            <pc:docMk/>
            <pc:sldMk cId="786051529" sldId="275"/>
            <ac:spMk id="10" creationId="{5CB9E090-7DD8-404A-A112-C3B3286E2BE5}"/>
          </ac:spMkLst>
        </pc:spChg>
        <pc:spChg chg="add mod">
          <ac:chgData name="Rahmad Ramadhan" userId="f7827fa8-03e8-4925-961e-dd4b944f323b" providerId="ADAL" clId="{0A6EEE8D-9CBF-460D-85BB-F7B9D0D8F0C9}" dt="2025-05-15T06:01:12.179" v="135" actId="1076"/>
          <ac:spMkLst>
            <pc:docMk/>
            <pc:sldMk cId="786051529" sldId="275"/>
            <ac:spMk id="12" creationId="{510E7F8C-D940-4E45-9E92-890303AFAF42}"/>
          </ac:spMkLst>
        </pc:spChg>
        <pc:spChg chg="add mod">
          <ac:chgData name="Rahmad Ramadhan" userId="f7827fa8-03e8-4925-961e-dd4b944f323b" providerId="ADAL" clId="{0A6EEE8D-9CBF-460D-85BB-F7B9D0D8F0C9}" dt="2025-05-15T06:01:31.047" v="143" actId="1076"/>
          <ac:spMkLst>
            <pc:docMk/>
            <pc:sldMk cId="786051529" sldId="275"/>
            <ac:spMk id="14" creationId="{36AA6272-B72F-4BC6-A788-9220A3994E3C}"/>
          </ac:spMkLst>
        </pc:spChg>
        <pc:spChg chg="add mod">
          <ac:chgData name="Rahmad Ramadhan" userId="f7827fa8-03e8-4925-961e-dd4b944f323b" providerId="ADAL" clId="{0A6EEE8D-9CBF-460D-85BB-F7B9D0D8F0C9}" dt="2025-05-15T06:01:47.567" v="174" actId="14100"/>
          <ac:spMkLst>
            <pc:docMk/>
            <pc:sldMk cId="786051529" sldId="275"/>
            <ac:spMk id="15" creationId="{2F7F3A2D-0997-482A-A86A-F7FC81CE2CA2}"/>
          </ac:spMkLst>
        </pc:spChg>
        <pc:spChg chg="add mod">
          <ac:chgData name="Rahmad Ramadhan" userId="f7827fa8-03e8-4925-961e-dd4b944f323b" providerId="ADAL" clId="{0A6EEE8D-9CBF-460D-85BB-F7B9D0D8F0C9}" dt="2025-05-15T06:02:08.249" v="193" actId="1076"/>
          <ac:spMkLst>
            <pc:docMk/>
            <pc:sldMk cId="786051529" sldId="275"/>
            <ac:spMk id="17" creationId="{1A3635F8-9A8F-4EE9-97F1-F8E12ED5AF8F}"/>
          </ac:spMkLst>
        </pc:spChg>
        <pc:spChg chg="add mod">
          <ac:chgData name="Rahmad Ramadhan" userId="f7827fa8-03e8-4925-961e-dd4b944f323b" providerId="ADAL" clId="{0A6EEE8D-9CBF-460D-85BB-F7B9D0D8F0C9}" dt="2025-05-15T06:02:19.045" v="222" actId="1076"/>
          <ac:spMkLst>
            <pc:docMk/>
            <pc:sldMk cId="786051529" sldId="275"/>
            <ac:spMk id="19" creationId="{19960137-6511-42B8-A956-9DFA0A78632B}"/>
          </ac:spMkLst>
        </pc:spChg>
        <pc:spChg chg="add mod">
          <ac:chgData name="Rahmad Ramadhan" userId="f7827fa8-03e8-4925-961e-dd4b944f323b" providerId="ADAL" clId="{0A6EEE8D-9CBF-460D-85BB-F7B9D0D8F0C9}" dt="2025-05-15T06:02:41.956" v="253" actId="20577"/>
          <ac:spMkLst>
            <pc:docMk/>
            <pc:sldMk cId="786051529" sldId="275"/>
            <ac:spMk id="21" creationId="{53B97778-019B-434F-94A6-C5A6244EB8E2}"/>
          </ac:spMkLst>
        </pc:spChg>
        <pc:picChg chg="mod">
          <ac:chgData name="Rahmad Ramadhan" userId="f7827fa8-03e8-4925-961e-dd4b944f323b" providerId="ADAL" clId="{0A6EEE8D-9CBF-460D-85BB-F7B9D0D8F0C9}" dt="2025-05-15T06:00:32.859" v="98" actId="1076"/>
          <ac:picMkLst>
            <pc:docMk/>
            <pc:sldMk cId="786051529" sldId="275"/>
            <ac:picMk id="11" creationId="{F1B7DCB5-7AD8-4B94-B6B2-36C7E79AC4D4}"/>
          </ac:picMkLst>
        </pc:picChg>
        <pc:cxnChg chg="add">
          <ac:chgData name="Rahmad Ramadhan" userId="f7827fa8-03e8-4925-961e-dd4b944f323b" providerId="ADAL" clId="{0A6EEE8D-9CBF-460D-85BB-F7B9D0D8F0C9}" dt="2025-05-15T05:58:49.267" v="57" actId="11529"/>
          <ac:cxnSpMkLst>
            <pc:docMk/>
            <pc:sldMk cId="786051529" sldId="275"/>
            <ac:cxnSpMk id="5" creationId="{9E15B169-15CF-46FF-B761-6213FE8C49F0}"/>
          </ac:cxnSpMkLst>
        </pc:cxnChg>
        <pc:cxnChg chg="add del mod">
          <ac:chgData name="Rahmad Ramadhan" userId="f7827fa8-03e8-4925-961e-dd4b944f323b" providerId="ADAL" clId="{0A6EEE8D-9CBF-460D-85BB-F7B9D0D8F0C9}" dt="2025-05-15T06:00:36.867" v="99" actId="1076"/>
          <ac:cxnSpMkLst>
            <pc:docMk/>
            <pc:sldMk cId="786051529" sldId="275"/>
            <ac:cxnSpMk id="9" creationId="{D6A9A52C-4D38-40AD-9A4F-B6DCDC504953}"/>
          </ac:cxnSpMkLst>
        </pc:cxnChg>
        <pc:cxnChg chg="add mod">
          <ac:chgData name="Rahmad Ramadhan" userId="f7827fa8-03e8-4925-961e-dd4b944f323b" providerId="ADAL" clId="{0A6EEE8D-9CBF-460D-85BB-F7B9D0D8F0C9}" dt="2025-05-15T06:01:27.267" v="142" actId="1076"/>
          <ac:cxnSpMkLst>
            <pc:docMk/>
            <pc:sldMk cId="786051529" sldId="275"/>
            <ac:cxnSpMk id="13" creationId="{FD92900B-B14F-4606-B05E-0A9EB6058621}"/>
          </ac:cxnSpMkLst>
        </pc:cxnChg>
        <pc:cxnChg chg="add mod">
          <ac:chgData name="Rahmad Ramadhan" userId="f7827fa8-03e8-4925-961e-dd4b944f323b" providerId="ADAL" clId="{0A6EEE8D-9CBF-460D-85BB-F7B9D0D8F0C9}" dt="2025-05-15T06:01:47.567" v="174" actId="14100"/>
          <ac:cxnSpMkLst>
            <pc:docMk/>
            <pc:sldMk cId="786051529" sldId="275"/>
            <ac:cxnSpMk id="16" creationId="{D4D0E7C9-8DE6-4CFC-BC9F-002BF24DA5AF}"/>
          </ac:cxnSpMkLst>
        </pc:cxnChg>
        <pc:cxnChg chg="add mod">
          <ac:chgData name="Rahmad Ramadhan" userId="f7827fa8-03e8-4925-961e-dd4b944f323b" providerId="ADAL" clId="{0A6EEE8D-9CBF-460D-85BB-F7B9D0D8F0C9}" dt="2025-05-15T06:02:19.045" v="222" actId="1076"/>
          <ac:cxnSpMkLst>
            <pc:docMk/>
            <pc:sldMk cId="786051529" sldId="275"/>
            <ac:cxnSpMk id="20" creationId="{5F66F11F-11A7-4773-B083-28A53722F831}"/>
          </ac:cxnSpMkLst>
        </pc:cxnChg>
      </pc:sldChg>
      <pc:sldChg chg="add">
        <pc:chgData name="Rahmad Ramadhan" userId="f7827fa8-03e8-4925-961e-dd4b944f323b" providerId="ADAL" clId="{0A6EEE8D-9CBF-460D-85BB-F7B9D0D8F0C9}" dt="2025-05-15T02:41:24.998" v="4"/>
        <pc:sldMkLst>
          <pc:docMk/>
          <pc:sldMk cId="2593828654" sldId="276"/>
        </pc:sldMkLst>
      </pc:sldChg>
      <pc:sldChg chg="add del">
        <pc:chgData name="Rahmad Ramadhan" userId="f7827fa8-03e8-4925-961e-dd4b944f323b" providerId="ADAL" clId="{0A6EEE8D-9CBF-460D-85BB-F7B9D0D8F0C9}" dt="2025-05-15T02:41:51.881" v="6"/>
        <pc:sldMkLst>
          <pc:docMk/>
          <pc:sldMk cId="599150241" sldId="277"/>
        </pc:sldMkLst>
      </pc:sldChg>
      <pc:sldChg chg="addSp delSp modSp add mod">
        <pc:chgData name="Rahmad Ramadhan" userId="f7827fa8-03e8-4925-961e-dd4b944f323b" providerId="ADAL" clId="{0A6EEE8D-9CBF-460D-85BB-F7B9D0D8F0C9}" dt="2025-05-19T03:29:26.364" v="1304" actId="20577"/>
        <pc:sldMkLst>
          <pc:docMk/>
          <pc:sldMk cId="832901933" sldId="277"/>
        </pc:sldMkLst>
        <pc:spChg chg="mod">
          <ac:chgData name="Rahmad Ramadhan" userId="f7827fa8-03e8-4925-961e-dd4b944f323b" providerId="ADAL" clId="{0A6EEE8D-9CBF-460D-85BB-F7B9D0D8F0C9}" dt="2025-05-15T05:52:13.148" v="43"/>
          <ac:spMkLst>
            <pc:docMk/>
            <pc:sldMk cId="832901933" sldId="277"/>
            <ac:spMk id="2" creationId="{DEF42C9A-6909-EF75-7F97-CD05F7DC448C}"/>
          </ac:spMkLst>
        </pc:spChg>
        <pc:spChg chg="add mod">
          <ac:chgData name="Rahmad Ramadhan" userId="f7827fa8-03e8-4925-961e-dd4b944f323b" providerId="ADAL" clId="{0A6EEE8D-9CBF-460D-85BB-F7B9D0D8F0C9}" dt="2025-05-19T03:29:26.364" v="1304" actId="20577"/>
          <ac:spMkLst>
            <pc:docMk/>
            <pc:sldMk cId="832901933" sldId="277"/>
            <ac:spMk id="3" creationId="{EA6FFD41-FDB3-4B46-9004-A87D9B1A718E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4" creationId="{E569DE8B-6E19-43F1-83AE-949F3E7F9A49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6" creationId="{BA1E0E28-76E1-4D0B-AD69-325A6C098166}"/>
          </ac:spMkLst>
        </pc:spChg>
        <pc:spChg chg="add del mod">
          <ac:chgData name="Rahmad Ramadhan" userId="f7827fa8-03e8-4925-961e-dd4b944f323b" providerId="ADAL" clId="{0A6EEE8D-9CBF-460D-85BB-F7B9D0D8F0C9}" dt="2025-05-15T06:03:36.896" v="279"/>
          <ac:spMkLst>
            <pc:docMk/>
            <pc:sldMk cId="832901933" sldId="277"/>
            <ac:spMk id="8" creationId="{3E0F1F93-FFF2-47EC-B8A4-A3A0DBF0889B}"/>
          </ac:spMkLst>
        </pc:spChg>
        <pc:spChg chg="add del mod">
          <ac:chgData name="Rahmad Ramadhan" userId="f7827fa8-03e8-4925-961e-dd4b944f323b" providerId="ADAL" clId="{0A6EEE8D-9CBF-460D-85BB-F7B9D0D8F0C9}" dt="2025-05-15T06:03:36.896" v="279"/>
          <ac:spMkLst>
            <pc:docMk/>
            <pc:sldMk cId="832901933" sldId="277"/>
            <ac:spMk id="10" creationId="{C5E6E564-B2DB-45D0-86BB-39549B72BE58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1" creationId="{5D91CCA1-23C5-41DC-9E77-4887552F34F5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3" creationId="{8A098C86-0AF2-402B-9F53-50CE29B702A9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4" creationId="{D77FCE89-58DF-4ABA-8FAE-47CD92E512BF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6" creationId="{C8B0931A-4CB2-4753-AEEB-46505CD9B608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7" creationId="{4448A319-1ED9-4415-99A3-30C1206520B6}"/>
          </ac:spMkLst>
        </pc:spChg>
        <pc:spChg chg="add mod">
          <ac:chgData name="Rahmad Ramadhan" userId="f7827fa8-03e8-4925-961e-dd4b944f323b" providerId="ADAL" clId="{0A6EEE8D-9CBF-460D-85BB-F7B9D0D8F0C9}" dt="2025-05-16T09:06:14.826" v="1065" actId="14100"/>
          <ac:spMkLst>
            <pc:docMk/>
            <pc:sldMk cId="832901933" sldId="277"/>
            <ac:spMk id="19" creationId="{F047BCEC-F65E-4E39-95CE-B668F8E0E1C1}"/>
          </ac:spMkLst>
        </pc:spChg>
        <pc:picChg chg="mod">
          <ac:chgData name="Rahmad Ramadhan" userId="f7827fa8-03e8-4925-961e-dd4b944f323b" providerId="ADAL" clId="{0A6EEE8D-9CBF-460D-85BB-F7B9D0D8F0C9}" dt="2025-05-16T09:06:14.826" v="1065" actId="14100"/>
          <ac:picMkLst>
            <pc:docMk/>
            <pc:sldMk cId="832901933" sldId="277"/>
            <ac:picMk id="7" creationId="{D849BCE6-E681-4339-BA9C-C9F594654ED9}"/>
          </ac:picMkLst>
        </pc:picChg>
        <pc:cxnChg chg="add mod">
          <ac:chgData name="Rahmad Ramadhan" userId="f7827fa8-03e8-4925-961e-dd4b944f323b" providerId="ADAL" clId="{0A6EEE8D-9CBF-460D-85BB-F7B9D0D8F0C9}" dt="2025-05-16T09:06:14.826" v="1065" actId="14100"/>
          <ac:cxnSpMkLst>
            <pc:docMk/>
            <pc:sldMk cId="832901933" sldId="277"/>
            <ac:cxnSpMk id="5" creationId="{AE990588-6900-40A7-831E-3E5BB1B8DE46}"/>
          </ac:cxnSpMkLst>
        </pc:cxnChg>
        <pc:cxnChg chg="add del mod">
          <ac:chgData name="Rahmad Ramadhan" userId="f7827fa8-03e8-4925-961e-dd4b944f323b" providerId="ADAL" clId="{0A6EEE8D-9CBF-460D-85BB-F7B9D0D8F0C9}" dt="2025-05-15T06:03:36.896" v="279"/>
          <ac:cxnSpMkLst>
            <pc:docMk/>
            <pc:sldMk cId="832901933" sldId="277"/>
            <ac:cxnSpMk id="9" creationId="{57620DBC-785D-499E-A610-53918F51C8A2}"/>
          </ac:cxnSpMkLst>
        </pc:cxnChg>
        <pc:cxnChg chg="add mod">
          <ac:chgData name="Rahmad Ramadhan" userId="f7827fa8-03e8-4925-961e-dd4b944f323b" providerId="ADAL" clId="{0A6EEE8D-9CBF-460D-85BB-F7B9D0D8F0C9}" dt="2025-05-16T09:06:14.826" v="1065" actId="14100"/>
          <ac:cxnSpMkLst>
            <pc:docMk/>
            <pc:sldMk cId="832901933" sldId="277"/>
            <ac:cxnSpMk id="12" creationId="{9879BC89-08FA-4AC9-89EA-196DA778EF54}"/>
          </ac:cxnSpMkLst>
        </pc:cxnChg>
        <pc:cxnChg chg="add mod">
          <ac:chgData name="Rahmad Ramadhan" userId="f7827fa8-03e8-4925-961e-dd4b944f323b" providerId="ADAL" clId="{0A6EEE8D-9CBF-460D-85BB-F7B9D0D8F0C9}" dt="2025-05-16T09:06:14.826" v="1065" actId="14100"/>
          <ac:cxnSpMkLst>
            <pc:docMk/>
            <pc:sldMk cId="832901933" sldId="277"/>
            <ac:cxnSpMk id="15" creationId="{84501AC3-670B-41C3-9106-8AF7F60B6405}"/>
          </ac:cxnSpMkLst>
        </pc:cxnChg>
        <pc:cxnChg chg="add mod">
          <ac:chgData name="Rahmad Ramadhan" userId="f7827fa8-03e8-4925-961e-dd4b944f323b" providerId="ADAL" clId="{0A6EEE8D-9CBF-460D-85BB-F7B9D0D8F0C9}" dt="2025-05-16T09:06:14.826" v="1065" actId="14100"/>
          <ac:cxnSpMkLst>
            <pc:docMk/>
            <pc:sldMk cId="832901933" sldId="277"/>
            <ac:cxnSpMk id="18" creationId="{628A8E99-38FB-4B4E-8B74-C3629EA1287A}"/>
          </ac:cxnSpMkLst>
        </pc:cxnChg>
      </pc:sldChg>
      <pc:sldChg chg="addSp delSp modSp mod">
        <pc:chgData name="Rahmad Ramadhan" userId="f7827fa8-03e8-4925-961e-dd4b944f323b" providerId="ADAL" clId="{0A6EEE8D-9CBF-460D-85BB-F7B9D0D8F0C9}" dt="2025-05-15T06:08:33.590" v="517" actId="207"/>
        <pc:sldMkLst>
          <pc:docMk/>
          <pc:sldMk cId="1070496011" sldId="278"/>
        </pc:sldMkLst>
        <pc:spChg chg="mod">
          <ac:chgData name="Rahmad Ramadhan" userId="f7827fa8-03e8-4925-961e-dd4b944f323b" providerId="ADAL" clId="{0A6EEE8D-9CBF-460D-85BB-F7B9D0D8F0C9}" dt="2025-05-15T05:52:18.478" v="44"/>
          <ac:spMkLst>
            <pc:docMk/>
            <pc:sldMk cId="1070496011" sldId="278"/>
            <ac:spMk id="2" creationId="{DEF42C9A-6909-EF75-7F97-CD05F7DC448C}"/>
          </ac:spMkLst>
        </pc:spChg>
        <pc:spChg chg="add mod">
          <ac:chgData name="Rahmad Ramadhan" userId="f7827fa8-03e8-4925-961e-dd4b944f323b" providerId="ADAL" clId="{0A6EEE8D-9CBF-460D-85BB-F7B9D0D8F0C9}" dt="2025-05-15T06:05:23.618" v="399" actId="14100"/>
          <ac:spMkLst>
            <pc:docMk/>
            <pc:sldMk cId="1070496011" sldId="278"/>
            <ac:spMk id="4" creationId="{0E878F6E-6136-4596-BA1E-FC56C80ACBBC}"/>
          </ac:spMkLst>
        </pc:spChg>
        <pc:spChg chg="add mod">
          <ac:chgData name="Rahmad Ramadhan" userId="f7827fa8-03e8-4925-961e-dd4b944f323b" providerId="ADAL" clId="{0A6EEE8D-9CBF-460D-85BB-F7B9D0D8F0C9}" dt="2025-05-15T06:05:15.649" v="398" actId="20577"/>
          <ac:spMkLst>
            <pc:docMk/>
            <pc:sldMk cId="1070496011" sldId="278"/>
            <ac:spMk id="7" creationId="{DF07923D-2FE4-4828-A2F4-918568B974AA}"/>
          </ac:spMkLst>
        </pc:spChg>
        <pc:spChg chg="add mod">
          <ac:chgData name="Rahmad Ramadhan" userId="f7827fa8-03e8-4925-961e-dd4b944f323b" providerId="ADAL" clId="{0A6EEE8D-9CBF-460D-85BB-F7B9D0D8F0C9}" dt="2025-05-15T06:05:29.581" v="417" actId="1036"/>
          <ac:spMkLst>
            <pc:docMk/>
            <pc:sldMk cId="1070496011" sldId="278"/>
            <ac:spMk id="8" creationId="{84346022-74E0-4887-A6D1-5FFABE0510FB}"/>
          </ac:spMkLst>
        </pc:spChg>
        <pc:spChg chg="add mod">
          <ac:chgData name="Rahmad Ramadhan" userId="f7827fa8-03e8-4925-961e-dd4b944f323b" providerId="ADAL" clId="{0A6EEE8D-9CBF-460D-85BB-F7B9D0D8F0C9}" dt="2025-05-15T06:05:49.828" v="425"/>
          <ac:spMkLst>
            <pc:docMk/>
            <pc:sldMk cId="1070496011" sldId="278"/>
            <ac:spMk id="10" creationId="{3074670A-DAAB-4E27-A88B-74DD780FB71C}"/>
          </ac:spMkLst>
        </pc:spChg>
        <pc:spChg chg="add del">
          <ac:chgData name="Rahmad Ramadhan" userId="f7827fa8-03e8-4925-961e-dd4b944f323b" providerId="ADAL" clId="{0A6EEE8D-9CBF-460D-85BB-F7B9D0D8F0C9}" dt="2025-05-15T06:05:54.576" v="427" actId="22"/>
          <ac:spMkLst>
            <pc:docMk/>
            <pc:sldMk cId="1070496011" sldId="278"/>
            <ac:spMk id="11" creationId="{6BD61F3A-CD45-47CC-934F-FBD5CE9D631D}"/>
          </ac:spMkLst>
        </pc:spChg>
        <pc:spChg chg="add mod">
          <ac:chgData name="Rahmad Ramadhan" userId="f7827fa8-03e8-4925-961e-dd4b944f323b" providerId="ADAL" clId="{0A6EEE8D-9CBF-460D-85BB-F7B9D0D8F0C9}" dt="2025-05-15T06:06:30.306" v="456" actId="1076"/>
          <ac:spMkLst>
            <pc:docMk/>
            <pc:sldMk cId="1070496011" sldId="278"/>
            <ac:spMk id="14" creationId="{017EE109-BE8D-402D-9608-740E2EA5E9BC}"/>
          </ac:spMkLst>
        </pc:spChg>
        <pc:spChg chg="add mod">
          <ac:chgData name="Rahmad Ramadhan" userId="f7827fa8-03e8-4925-961e-dd4b944f323b" providerId="ADAL" clId="{0A6EEE8D-9CBF-460D-85BB-F7B9D0D8F0C9}" dt="2025-05-15T06:08:33.590" v="517" actId="207"/>
          <ac:spMkLst>
            <pc:docMk/>
            <pc:sldMk cId="1070496011" sldId="278"/>
            <ac:spMk id="16" creationId="{9A66919B-F592-4B64-9140-B85C4DBDAB9B}"/>
          </ac:spMkLst>
        </pc:spChg>
        <pc:spChg chg="add mod">
          <ac:chgData name="Rahmad Ramadhan" userId="f7827fa8-03e8-4925-961e-dd4b944f323b" providerId="ADAL" clId="{0A6EEE8D-9CBF-460D-85BB-F7B9D0D8F0C9}" dt="2025-05-15T06:07:00.985" v="501" actId="1076"/>
          <ac:spMkLst>
            <pc:docMk/>
            <pc:sldMk cId="1070496011" sldId="278"/>
            <ac:spMk id="17" creationId="{1FD1EA5A-BCB9-4CA3-88D0-41B9D1E24801}"/>
          </ac:spMkLst>
        </pc:spChg>
        <pc:spChg chg="add mod">
          <ac:chgData name="Rahmad Ramadhan" userId="f7827fa8-03e8-4925-961e-dd4b944f323b" providerId="ADAL" clId="{0A6EEE8D-9CBF-460D-85BB-F7B9D0D8F0C9}" dt="2025-05-15T06:07:15.133" v="514" actId="114"/>
          <ac:spMkLst>
            <pc:docMk/>
            <pc:sldMk cId="1070496011" sldId="278"/>
            <ac:spMk id="19" creationId="{368BA334-74D3-4C4E-9E9E-25DE3E93C365}"/>
          </ac:spMkLst>
        </pc:spChg>
        <pc:picChg chg="mod">
          <ac:chgData name="Rahmad Ramadhan" userId="f7827fa8-03e8-4925-961e-dd4b944f323b" providerId="ADAL" clId="{0A6EEE8D-9CBF-460D-85BB-F7B9D0D8F0C9}" dt="2025-05-15T06:06:11.311" v="433" actId="1076"/>
          <ac:picMkLst>
            <pc:docMk/>
            <pc:sldMk cId="1070496011" sldId="278"/>
            <ac:picMk id="6" creationId="{4F6F9FD1-62D0-4510-A237-049C3DD439F6}"/>
          </ac:picMkLst>
        </pc:picChg>
        <pc:picChg chg="add del mod">
          <ac:chgData name="Rahmad Ramadhan" userId="f7827fa8-03e8-4925-961e-dd4b944f323b" providerId="ADAL" clId="{0A6EEE8D-9CBF-460D-85BB-F7B9D0D8F0C9}" dt="2025-05-15T06:06:02.552" v="431" actId="22"/>
          <ac:picMkLst>
            <pc:docMk/>
            <pc:sldMk cId="1070496011" sldId="278"/>
            <ac:picMk id="13" creationId="{DAC4DA49-267A-42C4-8C9D-B6B60270EC0E}"/>
          </ac:picMkLst>
        </pc:picChg>
        <pc:cxnChg chg="add mod">
          <ac:chgData name="Rahmad Ramadhan" userId="f7827fa8-03e8-4925-961e-dd4b944f323b" providerId="ADAL" clId="{0A6EEE8D-9CBF-460D-85BB-F7B9D0D8F0C9}" dt="2025-05-15T06:05:10.178" v="391"/>
          <ac:cxnSpMkLst>
            <pc:docMk/>
            <pc:sldMk cId="1070496011" sldId="278"/>
            <ac:cxnSpMk id="5" creationId="{2304151D-6FD5-475C-B5E6-1116312BC2A2}"/>
          </ac:cxnSpMkLst>
        </pc:cxnChg>
        <pc:cxnChg chg="add mod">
          <ac:chgData name="Rahmad Ramadhan" userId="f7827fa8-03e8-4925-961e-dd4b944f323b" providerId="ADAL" clId="{0A6EEE8D-9CBF-460D-85BB-F7B9D0D8F0C9}" dt="2025-05-15T06:05:29.581" v="417" actId="1036"/>
          <ac:cxnSpMkLst>
            <pc:docMk/>
            <pc:sldMk cId="1070496011" sldId="278"/>
            <ac:cxnSpMk id="9" creationId="{FCFC1122-2362-4325-AC94-7766CB198828}"/>
          </ac:cxnSpMkLst>
        </pc:cxnChg>
        <pc:cxnChg chg="add mod">
          <ac:chgData name="Rahmad Ramadhan" userId="f7827fa8-03e8-4925-961e-dd4b944f323b" providerId="ADAL" clId="{0A6EEE8D-9CBF-460D-85BB-F7B9D0D8F0C9}" dt="2025-05-15T06:06:30.306" v="456" actId="1076"/>
          <ac:cxnSpMkLst>
            <pc:docMk/>
            <pc:sldMk cId="1070496011" sldId="278"/>
            <ac:cxnSpMk id="15" creationId="{7FEC94FB-B1CB-4AA5-ACEC-442C555D2F86}"/>
          </ac:cxnSpMkLst>
        </pc:cxnChg>
        <pc:cxnChg chg="add mod">
          <ac:chgData name="Rahmad Ramadhan" userId="f7827fa8-03e8-4925-961e-dd4b944f323b" providerId="ADAL" clId="{0A6EEE8D-9CBF-460D-85BB-F7B9D0D8F0C9}" dt="2025-05-15T06:07:00.985" v="501" actId="1076"/>
          <ac:cxnSpMkLst>
            <pc:docMk/>
            <pc:sldMk cId="1070496011" sldId="278"/>
            <ac:cxnSpMk id="18" creationId="{707CDD6F-6DA2-47CC-A11D-65AFEA28F61C}"/>
          </ac:cxnSpMkLst>
        </pc:cxnChg>
      </pc:sldChg>
      <pc:sldChg chg="addSp delSp modSp add mod ord modShow">
        <pc:chgData name="Rahmad Ramadhan" userId="f7827fa8-03e8-4925-961e-dd4b944f323b" providerId="ADAL" clId="{0A6EEE8D-9CBF-460D-85BB-F7B9D0D8F0C9}" dt="2025-05-16T04:01:54.134" v="762" actId="729"/>
        <pc:sldMkLst>
          <pc:docMk/>
          <pc:sldMk cId="31367760" sldId="279"/>
        </pc:sldMkLst>
        <pc:spChg chg="mod">
          <ac:chgData name="Rahmad Ramadhan" userId="f7827fa8-03e8-4925-961e-dd4b944f323b" providerId="ADAL" clId="{0A6EEE8D-9CBF-460D-85BB-F7B9D0D8F0C9}" dt="2025-05-15T05:52:02.377" v="41" actId="20577"/>
          <ac:spMkLst>
            <pc:docMk/>
            <pc:sldMk cId="31367760" sldId="279"/>
            <ac:spMk id="2" creationId="{DEF42C9A-6909-EF75-7F97-CD05F7DC448C}"/>
          </ac:spMkLst>
        </pc:spChg>
        <pc:spChg chg="del">
          <ac:chgData name="Rahmad Ramadhan" userId="f7827fa8-03e8-4925-961e-dd4b944f323b" providerId="ADAL" clId="{0A6EEE8D-9CBF-460D-85BB-F7B9D0D8F0C9}" dt="2025-05-15T02:55:55.355" v="9"/>
          <ac:spMkLst>
            <pc:docMk/>
            <pc:sldMk cId="31367760" sldId="279"/>
            <ac:spMk id="4" creationId="{C3787940-4BBD-4196-9D49-577F3BAE444F}"/>
          </ac:spMkLst>
        </pc:spChg>
        <pc:picChg chg="add mod">
          <ac:chgData name="Rahmad Ramadhan" userId="f7827fa8-03e8-4925-961e-dd4b944f323b" providerId="ADAL" clId="{0A6EEE8D-9CBF-460D-85BB-F7B9D0D8F0C9}" dt="2025-05-15T02:55:55.355" v="9"/>
          <ac:picMkLst>
            <pc:docMk/>
            <pc:sldMk cId="31367760" sldId="279"/>
            <ac:picMk id="7" creationId="{AB6A9525-EBF7-47A6-AB92-8880B43897A6}"/>
          </ac:picMkLst>
        </pc:picChg>
      </pc:sldChg>
      <pc:sldChg chg="addSp delSp modSp add mod">
        <pc:chgData name="Rahmad Ramadhan" userId="f7827fa8-03e8-4925-961e-dd4b944f323b" providerId="ADAL" clId="{0A6EEE8D-9CBF-460D-85BB-F7B9D0D8F0C9}" dt="2025-05-19T03:24:36.434" v="1298" actId="20577"/>
        <pc:sldMkLst>
          <pc:docMk/>
          <pc:sldMk cId="979920671" sldId="280"/>
        </pc:sldMkLst>
        <pc:spChg chg="mod">
          <ac:chgData name="Rahmad Ramadhan" userId="f7827fa8-03e8-4925-961e-dd4b944f323b" providerId="ADAL" clId="{0A6EEE8D-9CBF-460D-85BB-F7B9D0D8F0C9}" dt="2025-05-15T05:54:02.562" v="53" actId="20577"/>
          <ac:spMkLst>
            <pc:docMk/>
            <pc:sldMk cId="979920671" sldId="280"/>
            <ac:spMk id="2" creationId="{DEF42C9A-6909-EF75-7F97-CD05F7DC448C}"/>
          </ac:spMkLst>
        </pc:spChg>
        <pc:spChg chg="add mod">
          <ac:chgData name="Rahmad Ramadhan" userId="f7827fa8-03e8-4925-961e-dd4b944f323b" providerId="ADAL" clId="{0A6EEE8D-9CBF-460D-85BB-F7B9D0D8F0C9}" dt="2025-05-19T03:24:36.434" v="1298" actId="20577"/>
          <ac:spMkLst>
            <pc:docMk/>
            <pc:sldMk cId="979920671" sldId="280"/>
            <ac:spMk id="3" creationId="{0686C100-8CA0-49AE-A982-E403F7F07848}"/>
          </ac:spMkLst>
        </pc:spChg>
        <pc:spChg chg="add del mod">
          <ac:chgData name="Rahmad Ramadhan" userId="f7827fa8-03e8-4925-961e-dd4b944f323b" providerId="ADAL" clId="{0A6EEE8D-9CBF-460D-85BB-F7B9D0D8F0C9}" dt="2025-05-15T05:53:58.592" v="49" actId="22"/>
          <ac:spMkLst>
            <pc:docMk/>
            <pc:sldMk cId="979920671" sldId="280"/>
            <ac:spMk id="4" creationId="{6312752E-6D84-4F28-88E8-A7EFDD2CE298}"/>
          </ac:spMkLst>
        </pc:spChg>
        <pc:picChg chg="del">
          <ac:chgData name="Rahmad Ramadhan" userId="f7827fa8-03e8-4925-961e-dd4b944f323b" providerId="ADAL" clId="{0A6EEE8D-9CBF-460D-85BB-F7B9D0D8F0C9}" dt="2025-05-15T05:53:55.083" v="46" actId="478"/>
          <ac:picMkLst>
            <pc:docMk/>
            <pc:sldMk cId="979920671" sldId="280"/>
            <ac:picMk id="6" creationId="{4F6F9FD1-62D0-4510-A237-049C3DD439F6}"/>
          </ac:picMkLst>
        </pc:picChg>
        <pc:picChg chg="add del">
          <ac:chgData name="Rahmad Ramadhan" userId="f7827fa8-03e8-4925-961e-dd4b944f323b" providerId="ADAL" clId="{0A6EEE8D-9CBF-460D-85BB-F7B9D0D8F0C9}" dt="2025-05-15T05:53:56.471" v="48" actId="22"/>
          <ac:picMkLst>
            <pc:docMk/>
            <pc:sldMk cId="979920671" sldId="280"/>
            <ac:picMk id="7" creationId="{5CC4BE99-4FA9-4487-8C8A-7A906125EE1C}"/>
          </ac:picMkLst>
        </pc:picChg>
        <pc:picChg chg="add mod ord">
          <ac:chgData name="Rahmad Ramadhan" userId="f7827fa8-03e8-4925-961e-dd4b944f323b" providerId="ADAL" clId="{0A6EEE8D-9CBF-460D-85BB-F7B9D0D8F0C9}" dt="2025-05-19T03:20:28.612" v="1176" actId="1035"/>
          <ac:picMkLst>
            <pc:docMk/>
            <pc:sldMk cId="979920671" sldId="280"/>
            <ac:picMk id="9" creationId="{57DE1171-91E0-4DC7-A33E-1F862FBA134B}"/>
          </ac:picMkLst>
        </pc:picChg>
      </pc:sldChg>
      <pc:sldChg chg="add del">
        <pc:chgData name="Rahmad Ramadhan" userId="f7827fa8-03e8-4925-961e-dd4b944f323b" providerId="ADAL" clId="{0A6EEE8D-9CBF-460D-85BB-F7B9D0D8F0C9}" dt="2025-05-16T04:07:27.575" v="888" actId="47"/>
        <pc:sldMkLst>
          <pc:docMk/>
          <pc:sldMk cId="2485773878" sldId="281"/>
        </pc:sldMkLst>
      </pc:sldChg>
      <pc:sldChg chg="addSp delSp modSp add mod">
        <pc:chgData name="Rahmad Ramadhan" userId="f7827fa8-03e8-4925-961e-dd4b944f323b" providerId="ADAL" clId="{0A6EEE8D-9CBF-460D-85BB-F7B9D0D8F0C9}" dt="2025-05-19T03:24:32.185" v="1297" actId="20577"/>
        <pc:sldMkLst>
          <pc:docMk/>
          <pc:sldMk cId="2245862967" sldId="282"/>
        </pc:sldMkLst>
        <pc:spChg chg="mod">
          <ac:chgData name="Rahmad Ramadhan" userId="f7827fa8-03e8-4925-961e-dd4b944f323b" providerId="ADAL" clId="{0A6EEE8D-9CBF-460D-85BB-F7B9D0D8F0C9}" dt="2025-05-15T06:09:55.967" v="549" actId="20577"/>
          <ac:spMkLst>
            <pc:docMk/>
            <pc:sldMk cId="2245862967" sldId="282"/>
            <ac:spMk id="2" creationId="{DEF42C9A-6909-EF75-7F97-CD05F7DC448C}"/>
          </ac:spMkLst>
        </pc:spChg>
        <pc:spChg chg="add del mod">
          <ac:chgData name="Rahmad Ramadhan" userId="f7827fa8-03e8-4925-961e-dd4b944f323b" providerId="ADAL" clId="{0A6EEE8D-9CBF-460D-85BB-F7B9D0D8F0C9}" dt="2025-05-16T04:08:33.701" v="890" actId="22"/>
          <ac:spMkLst>
            <pc:docMk/>
            <pc:sldMk cId="2245862967" sldId="282"/>
            <ac:spMk id="4" creationId="{42125746-61B3-4434-B940-BA120180EFB2}"/>
          </ac:spMkLst>
        </pc:spChg>
        <pc:spChg chg="add del mod">
          <ac:chgData name="Rahmad Ramadhan" userId="f7827fa8-03e8-4925-961e-dd4b944f323b" providerId="ADAL" clId="{0A6EEE8D-9CBF-460D-85BB-F7B9D0D8F0C9}" dt="2025-05-15T06:09:40.161" v="523" actId="22"/>
          <ac:spMkLst>
            <pc:docMk/>
            <pc:sldMk cId="2245862967" sldId="282"/>
            <ac:spMk id="4" creationId="{8CACB6AC-0DFF-452E-A321-D5AB4CD9472A}"/>
          </ac:spMkLst>
        </pc:spChg>
        <pc:spChg chg="add mod">
          <ac:chgData name="Rahmad Ramadhan" userId="f7827fa8-03e8-4925-961e-dd4b944f323b" providerId="ADAL" clId="{0A6EEE8D-9CBF-460D-85BB-F7B9D0D8F0C9}" dt="2025-05-19T03:24:32.185" v="1297" actId="20577"/>
          <ac:spMkLst>
            <pc:docMk/>
            <pc:sldMk cId="2245862967" sldId="282"/>
            <ac:spMk id="4" creationId="{CF3C83B8-1E63-49A5-8E14-641D78C693E4}"/>
          </ac:spMkLst>
        </pc:spChg>
        <pc:picChg chg="add mod ord">
          <ac:chgData name="Rahmad Ramadhan" userId="f7827fa8-03e8-4925-961e-dd4b944f323b" providerId="ADAL" clId="{0A6EEE8D-9CBF-460D-85BB-F7B9D0D8F0C9}" dt="2025-05-19T03:20:40.286" v="1210" actId="1035"/>
          <ac:picMkLst>
            <pc:docMk/>
            <pc:sldMk cId="2245862967" sldId="282"/>
            <ac:picMk id="6" creationId="{3E576716-F7BE-42FA-ACD3-CF236B6D400A}"/>
          </ac:picMkLst>
        </pc:picChg>
        <pc:picChg chg="add del">
          <ac:chgData name="Rahmad Ramadhan" userId="f7827fa8-03e8-4925-961e-dd4b944f323b" providerId="ADAL" clId="{0A6EEE8D-9CBF-460D-85BB-F7B9D0D8F0C9}" dt="2025-05-15T06:09:38.121" v="522" actId="22"/>
          <ac:picMkLst>
            <pc:docMk/>
            <pc:sldMk cId="2245862967" sldId="282"/>
            <ac:picMk id="6" creationId="{A345A5B6-D0F8-4E51-84D1-6A08183AAE8C}"/>
          </ac:picMkLst>
        </pc:picChg>
        <pc:picChg chg="add del mod ord">
          <ac:chgData name="Rahmad Ramadhan" userId="f7827fa8-03e8-4925-961e-dd4b944f323b" providerId="ADAL" clId="{0A6EEE8D-9CBF-460D-85BB-F7B9D0D8F0C9}" dt="2025-05-16T04:08:31.476" v="889" actId="478"/>
          <ac:picMkLst>
            <pc:docMk/>
            <pc:sldMk cId="2245862967" sldId="282"/>
            <ac:picMk id="8" creationId="{C4996DB7-1E40-4F8B-B9AE-0BC656AE7961}"/>
          </ac:picMkLst>
        </pc:picChg>
        <pc:picChg chg="del">
          <ac:chgData name="Rahmad Ramadhan" userId="f7827fa8-03e8-4925-961e-dd4b944f323b" providerId="ADAL" clId="{0A6EEE8D-9CBF-460D-85BB-F7B9D0D8F0C9}" dt="2025-05-15T06:09:36.621" v="520" actId="478"/>
          <ac:picMkLst>
            <pc:docMk/>
            <pc:sldMk cId="2245862967" sldId="282"/>
            <ac:picMk id="9" creationId="{57DE1171-91E0-4DC7-A33E-1F862FBA134B}"/>
          </ac:picMkLst>
        </pc:picChg>
      </pc:sldChg>
      <pc:sldChg chg="modSp add del mod">
        <pc:chgData name="Rahmad Ramadhan" userId="f7827fa8-03e8-4925-961e-dd4b944f323b" providerId="ADAL" clId="{0A6EEE8D-9CBF-460D-85BB-F7B9D0D8F0C9}" dt="2025-05-16T03:49:30.455" v="603" actId="47"/>
        <pc:sldMkLst>
          <pc:docMk/>
          <pc:sldMk cId="1151342629" sldId="283"/>
        </pc:sldMkLst>
        <pc:spChg chg="mod">
          <ac:chgData name="Rahmad Ramadhan" userId="f7827fa8-03e8-4925-961e-dd4b944f323b" providerId="ADAL" clId="{0A6EEE8D-9CBF-460D-85BB-F7B9D0D8F0C9}" dt="2025-05-16T03:48:24.897" v="601" actId="20577"/>
          <ac:spMkLst>
            <pc:docMk/>
            <pc:sldMk cId="1151342629" sldId="283"/>
            <ac:spMk id="11" creationId="{3A0D35AA-46AD-91D4-82EF-42274A10FD22}"/>
          </ac:spMkLst>
        </pc:spChg>
      </pc:sldChg>
      <pc:sldChg chg="addSp delSp modSp add mod">
        <pc:chgData name="Rahmad Ramadhan" userId="f7827fa8-03e8-4925-961e-dd4b944f323b" providerId="ADAL" clId="{0A6EEE8D-9CBF-460D-85BB-F7B9D0D8F0C9}" dt="2025-05-16T03:57:45.314" v="738" actId="1035"/>
        <pc:sldMkLst>
          <pc:docMk/>
          <pc:sldMk cId="1832259558" sldId="283"/>
        </pc:sldMkLst>
        <pc:spChg chg="add del mod">
          <ac:chgData name="Rahmad Ramadhan" userId="f7827fa8-03e8-4925-961e-dd4b944f323b" providerId="ADAL" clId="{0A6EEE8D-9CBF-460D-85BB-F7B9D0D8F0C9}" dt="2025-05-16T03:57:20.480" v="734" actId="22"/>
          <ac:spMkLst>
            <pc:docMk/>
            <pc:sldMk cId="1832259558" sldId="283"/>
            <ac:spMk id="4" creationId="{D1F37CC6-3DD6-4157-BCD9-B5708BA2B954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15" creationId="{302A1565-095F-4AF5-8867-E3B4DA56FF2E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18" creationId="{57B1CE47-4212-4019-9C78-D3155DAAA19A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19" creationId="{F58CDACC-A7A8-48A0-B03E-431B523DA53D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21" creationId="{5ECDE6B7-6C8A-4363-ACFB-ADA11AEE388E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24" creationId="{891FCF24-2CEA-4038-86A0-1D16E7C8EAF8}"/>
          </ac:spMkLst>
        </pc:spChg>
        <pc:spChg chg="del">
          <ac:chgData name="Rahmad Ramadhan" userId="f7827fa8-03e8-4925-961e-dd4b944f323b" providerId="ADAL" clId="{0A6EEE8D-9CBF-460D-85BB-F7B9D0D8F0C9}" dt="2025-05-16T03:57:06.956" v="731" actId="478"/>
          <ac:spMkLst>
            <pc:docMk/>
            <pc:sldMk cId="1832259558" sldId="283"/>
            <ac:spMk id="26" creationId="{11ADA245-7A3F-475F-80BD-508944D6B191}"/>
          </ac:spMkLst>
        </pc:spChg>
        <pc:picChg chg="add mod ord">
          <ac:chgData name="Rahmad Ramadhan" userId="f7827fa8-03e8-4925-961e-dd4b944f323b" providerId="ADAL" clId="{0A6EEE8D-9CBF-460D-85BB-F7B9D0D8F0C9}" dt="2025-05-16T03:57:45.314" v="738" actId="1035"/>
          <ac:picMkLst>
            <pc:docMk/>
            <pc:sldMk cId="1832259558" sldId="283"/>
            <ac:picMk id="6" creationId="{E4C50E7B-84AB-4735-921A-42B3B168B2AF}"/>
          </ac:picMkLst>
        </pc:picChg>
        <pc:picChg chg="del">
          <ac:chgData name="Rahmad Ramadhan" userId="f7827fa8-03e8-4925-961e-dd4b944f323b" providerId="ADAL" clId="{0A6EEE8D-9CBF-460D-85BB-F7B9D0D8F0C9}" dt="2025-05-16T03:57:04.391" v="730" actId="478"/>
          <ac:picMkLst>
            <pc:docMk/>
            <pc:sldMk cId="1832259558" sldId="283"/>
            <ac:picMk id="14" creationId="{BBA7F87F-F7B4-411F-ADD0-1306D194DEF7}"/>
          </ac:picMkLst>
        </pc:picChg>
        <pc:cxnChg chg="del">
          <ac:chgData name="Rahmad Ramadhan" userId="f7827fa8-03e8-4925-961e-dd4b944f323b" providerId="ADAL" clId="{0A6EEE8D-9CBF-460D-85BB-F7B9D0D8F0C9}" dt="2025-05-16T03:57:06.956" v="731" actId="478"/>
          <ac:cxnSpMkLst>
            <pc:docMk/>
            <pc:sldMk cId="1832259558" sldId="283"/>
            <ac:cxnSpMk id="17" creationId="{DF257DEB-686A-4785-9A5F-76756F30EEA4}"/>
          </ac:cxnSpMkLst>
        </pc:cxnChg>
        <pc:cxnChg chg="del">
          <ac:chgData name="Rahmad Ramadhan" userId="f7827fa8-03e8-4925-961e-dd4b944f323b" providerId="ADAL" clId="{0A6EEE8D-9CBF-460D-85BB-F7B9D0D8F0C9}" dt="2025-05-16T03:57:06.956" v="731" actId="478"/>
          <ac:cxnSpMkLst>
            <pc:docMk/>
            <pc:sldMk cId="1832259558" sldId="283"/>
            <ac:cxnSpMk id="20" creationId="{E82E9B5C-E8D5-42BC-B0BA-98D6E3676E02}"/>
          </ac:cxnSpMkLst>
        </pc:cxnChg>
        <pc:cxnChg chg="del">
          <ac:chgData name="Rahmad Ramadhan" userId="f7827fa8-03e8-4925-961e-dd4b944f323b" providerId="ADAL" clId="{0A6EEE8D-9CBF-460D-85BB-F7B9D0D8F0C9}" dt="2025-05-16T03:57:06.956" v="731" actId="478"/>
          <ac:cxnSpMkLst>
            <pc:docMk/>
            <pc:sldMk cId="1832259558" sldId="283"/>
            <ac:cxnSpMk id="25" creationId="{9215BB5C-F18D-4D29-B2AF-A19E5B620B02}"/>
          </ac:cxnSpMkLst>
        </pc:cxnChg>
      </pc:sldChg>
      <pc:sldChg chg="add del">
        <pc:chgData name="Rahmad Ramadhan" userId="f7827fa8-03e8-4925-961e-dd4b944f323b" providerId="ADAL" clId="{0A6EEE8D-9CBF-460D-85BB-F7B9D0D8F0C9}" dt="2025-05-16T03:57:11.544" v="733"/>
        <pc:sldMkLst>
          <pc:docMk/>
          <pc:sldMk cId="4094250186" sldId="284"/>
        </pc:sldMkLst>
      </pc:sldChg>
      <pc:sldChg chg="add del">
        <pc:chgData name="Rahmad Ramadhan" userId="f7827fa8-03e8-4925-961e-dd4b944f323b" providerId="ADAL" clId="{0A6EEE8D-9CBF-460D-85BB-F7B9D0D8F0C9}" dt="2025-05-16T03:49:30.455" v="603" actId="47"/>
        <pc:sldMkLst>
          <pc:docMk/>
          <pc:sldMk cId="4200793818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4A4B1-5538-4952-9574-FC87F047E7C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5EE36-091C-457C-8DDD-DE341A978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DD34-45A4-3578-FABB-651E65313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AE7FE-C472-6C30-00D2-FC573088D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E991-CFAB-E76C-124C-AE87C22A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5088F-2B79-2366-06CB-06996958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B155-1850-4AE0-F4E5-36F2FE0D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ambar 5">
            <a:extLst>
              <a:ext uri="{FF2B5EF4-FFF2-40B4-BE49-F238E27FC236}">
                <a16:creationId xmlns:a16="http://schemas.microsoft.com/office/drawing/2014/main" id="{DE7C4034-8F13-7220-9722-FE424D40D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1AED-2CDB-84E6-075B-2336D161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343D-9FD8-445A-4A4F-A45E64B2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C46E-0149-24D0-7313-53FD7D23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B7027-E743-610D-B268-379419AD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1E255-EA15-AC7D-54F4-1CED3DF2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ambar 5">
            <a:extLst>
              <a:ext uri="{FF2B5EF4-FFF2-40B4-BE49-F238E27FC236}">
                <a16:creationId xmlns:a16="http://schemas.microsoft.com/office/drawing/2014/main" id="{4A7A329C-9507-90C2-F1BB-C28E8DEB1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8" name="Object 1" descr="preencoded.png">
            <a:extLst>
              <a:ext uri="{FF2B5EF4-FFF2-40B4-BE49-F238E27FC236}">
                <a16:creationId xmlns:a16="http://schemas.microsoft.com/office/drawing/2014/main" id="{5B58F3A0-D9DF-78D6-8F3F-C910D07711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7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A669-4EC1-EB83-C109-F3008968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B6B08-A0C3-2E10-30F5-74192B7C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689C1-3BE1-BA16-E5A5-FE32491A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0B2B4-7AE3-4A13-D4D8-14770282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DB8E2-02D0-D1C7-F5D0-D459549E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ambar 5">
            <a:extLst>
              <a:ext uri="{FF2B5EF4-FFF2-40B4-BE49-F238E27FC236}">
                <a16:creationId xmlns:a16="http://schemas.microsoft.com/office/drawing/2014/main" id="{9A1D37C9-124B-7267-A310-FE32D0C4B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8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0C30-8B35-269F-6933-FBD1EFC2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CA74-2283-12F1-8856-0877AD2B1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7B6F8-63F2-2232-7152-6BB78FF5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C3518-C162-2B84-508D-A820F12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E8D12-6F78-61A4-6498-0DA840EF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EC9F1-1F5D-EA9B-CC8D-3584FE85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ambar 5">
            <a:extLst>
              <a:ext uri="{FF2B5EF4-FFF2-40B4-BE49-F238E27FC236}">
                <a16:creationId xmlns:a16="http://schemas.microsoft.com/office/drawing/2014/main" id="{10D34283-19E3-C228-BA27-0672391BCA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9" name="Object 1" descr="preencoded.png">
            <a:extLst>
              <a:ext uri="{FF2B5EF4-FFF2-40B4-BE49-F238E27FC236}">
                <a16:creationId xmlns:a16="http://schemas.microsoft.com/office/drawing/2014/main" id="{E76F5BE1-ABD6-C351-11E0-BAE38F6314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5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25E0-02A3-F137-66C2-0D90B2D9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02B83-0DDE-8705-A109-206FE119E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B174E-85A7-C875-AE64-5B141F89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41CB5-8254-D140-7931-D7D56060D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59354-1FD3-800F-B38F-2BEF221FF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9B746-9236-6423-835E-5BB49330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B0153E-FB8A-A38B-1F33-A4CD3364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64372-D2BA-6F07-EE46-B87D50E7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ambar 5">
            <a:extLst>
              <a:ext uri="{FF2B5EF4-FFF2-40B4-BE49-F238E27FC236}">
                <a16:creationId xmlns:a16="http://schemas.microsoft.com/office/drawing/2014/main" id="{AED63AC7-1F5A-7D4E-B4EE-6364C51CB6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11" name="Object 1" descr="preencoded.png">
            <a:extLst>
              <a:ext uri="{FF2B5EF4-FFF2-40B4-BE49-F238E27FC236}">
                <a16:creationId xmlns:a16="http://schemas.microsoft.com/office/drawing/2014/main" id="{69A41DAC-D8A7-6275-F53C-84DC1A4094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8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1CA0-CFFF-965A-3EFF-BE5D6D41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B0B3D-2742-3362-66B0-A50C34BD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26E4F-F89E-03D8-A390-77242B19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E9A19-5F1B-07EB-463E-B36C4866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0BE2ECC1-7A7B-F535-D5A2-79B204C4A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7" name="Object 1" descr="preencoded.png">
            <a:extLst>
              <a:ext uri="{FF2B5EF4-FFF2-40B4-BE49-F238E27FC236}">
                <a16:creationId xmlns:a16="http://schemas.microsoft.com/office/drawing/2014/main" id="{AA132D03-AD11-365D-D8C9-6393034FD8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3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D0DAA-8C02-4AC5-4923-993323E2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31601-7BCA-673C-6D8D-6EAD0375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CF632-7B1E-ED00-75E8-6E67B32C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ambar 5">
            <a:extLst>
              <a:ext uri="{FF2B5EF4-FFF2-40B4-BE49-F238E27FC236}">
                <a16:creationId xmlns:a16="http://schemas.microsoft.com/office/drawing/2014/main" id="{8FE8C711-3D60-86A5-1846-7ED5406A2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6" name="Object 1" descr="preencoded.png">
            <a:extLst>
              <a:ext uri="{FF2B5EF4-FFF2-40B4-BE49-F238E27FC236}">
                <a16:creationId xmlns:a16="http://schemas.microsoft.com/office/drawing/2014/main" id="{0C8A61B6-7B54-375A-2DC9-9C40E2E1DF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0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55C7-CBC0-2313-ECA1-3D35D191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C61B6-1D5E-AA5B-C010-8FDA89AB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B53B8-7250-F2E8-C05D-E4758FEF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F4EEB-6AF0-B2A2-720F-F6EB7C2B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3BF64-C439-F365-4A52-6C50CE27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82807-5B39-D35B-ED3A-524ACF85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ambar 5">
            <a:extLst>
              <a:ext uri="{FF2B5EF4-FFF2-40B4-BE49-F238E27FC236}">
                <a16:creationId xmlns:a16="http://schemas.microsoft.com/office/drawing/2014/main" id="{D2082220-F35E-1215-CAAA-B063DC6E7C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9" name="Object 1" descr="preencoded.png">
            <a:extLst>
              <a:ext uri="{FF2B5EF4-FFF2-40B4-BE49-F238E27FC236}">
                <a16:creationId xmlns:a16="http://schemas.microsoft.com/office/drawing/2014/main" id="{51EF669C-197E-1D09-6577-5BAF5E0F3D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9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056A-DE58-F096-45D9-CBE2820C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5F565-4AED-D97F-5453-061AA8785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4FD4F-D4F6-144B-8433-035AC8697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DDD2A-1825-0A67-4576-17C8A38A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A6C02-AAD6-4AAC-E041-83B30BAC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857FC-A21E-B1B1-33AF-9CB22787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ambar 5">
            <a:extLst>
              <a:ext uri="{FF2B5EF4-FFF2-40B4-BE49-F238E27FC236}">
                <a16:creationId xmlns:a16="http://schemas.microsoft.com/office/drawing/2014/main" id="{0BF7BA41-90F1-6D35-4AC3-A4E5030FD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9" name="Object 1" descr="preencoded.png">
            <a:extLst>
              <a:ext uri="{FF2B5EF4-FFF2-40B4-BE49-F238E27FC236}">
                <a16:creationId xmlns:a16="http://schemas.microsoft.com/office/drawing/2014/main" id="{F9D5C82D-8AD4-A40F-414E-FAC4E77D3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4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2734-483B-C5A4-7A60-F25D626C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5E56C-411F-A200-D6F0-509C7B534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BE264-C9A1-7F5C-3BC7-622863D8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E0402-9507-F537-0434-23544FC3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F2E32-DE0F-0A37-CDD8-5059EEB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ambar 5">
            <a:extLst>
              <a:ext uri="{FF2B5EF4-FFF2-40B4-BE49-F238E27FC236}">
                <a16:creationId xmlns:a16="http://schemas.microsoft.com/office/drawing/2014/main" id="{649F9715-B546-BE44-0520-4DD55B7BF9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  <p:pic>
        <p:nvPicPr>
          <p:cNvPr id="8" name="Object 1" descr="preencoded.png">
            <a:extLst>
              <a:ext uri="{FF2B5EF4-FFF2-40B4-BE49-F238E27FC236}">
                <a16:creationId xmlns:a16="http://schemas.microsoft.com/office/drawing/2014/main" id="{39F5201D-5F0E-745F-7F25-6D6061B904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34447" y="295766"/>
            <a:ext cx="1472423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6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59488-7F76-5184-E2A8-A458B5F92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51B5-3C47-014F-CAA9-B97607224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45C6F-1F01-EF20-3EB7-15CF60EC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3B43-E51E-2551-E190-8D1B2D24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044E-4323-A1D6-2FAB-AEEA7607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ambar 5">
            <a:extLst>
              <a:ext uri="{FF2B5EF4-FFF2-40B4-BE49-F238E27FC236}">
                <a16:creationId xmlns:a16="http://schemas.microsoft.com/office/drawing/2014/main" id="{9B811746-96B5-4813-D997-B454FC7719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802" y="-4702"/>
            <a:ext cx="12282668" cy="68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4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BE573-E0C5-0F9B-AB6F-FA98691E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971F2-3917-7B1A-1564-0F8C70467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B1029-93D7-CDF7-6657-EDE4D4850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975AA-0641-4FCC-866F-99EBC2DF93AB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8DFBE-EB77-2325-2349-6A4598617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927C1-3C98-B2CF-4EC0-0EA95F489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597FC-DF5D-4822-BA32-17DFC9417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8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-Nawatech-Lab/KAI-Workshop/blob/main/KAI%20code/Query%20init%20system.txt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itHub-Nawatech-Lab/KAI-Workshop/blob/main/KAI%20code/Query%20init%20program.tx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-Nawatech-Lab/KAI-Workshop/blob/main/KAI%20code/Queery%20Copy%20Incr%20system.txt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itHub-Nawatech-Lab/KAI-Workshop/blob/main/KAI%20code/Queery%20Copy%20Incr%20program.tx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-Nawatech-Lab/KAI-Workshop/blob/main/KAI%20code/Notebook%20Incr%20system.txt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itHub-Nawatech-Lab/KAI-Workshop/blob/main/KAI%20code/Notebook%20Incr%20program.tx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 descr="preencoded.png">
            <a:extLst>
              <a:ext uri="{FF2B5EF4-FFF2-40B4-BE49-F238E27FC236}">
                <a16:creationId xmlns:a16="http://schemas.microsoft.com/office/drawing/2014/main" id="{CA788A6C-C4F2-E3CD-15D9-FDCB60DBC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31014" y="2536644"/>
            <a:ext cx="4501039" cy="1118089"/>
          </a:xfrm>
          <a:prstGeom prst="rect">
            <a:avLst/>
          </a:prstGeom>
        </p:spPr>
      </p:pic>
      <p:sp>
        <p:nvSpPr>
          <p:cNvPr id="5" name="Object3">
            <a:extLst>
              <a:ext uri="{FF2B5EF4-FFF2-40B4-BE49-F238E27FC236}">
                <a16:creationId xmlns:a16="http://schemas.microsoft.com/office/drawing/2014/main" id="{2662AE66-3550-5681-81F4-EEA0C800CC79}"/>
              </a:ext>
            </a:extLst>
          </p:cNvPr>
          <p:cNvSpPr/>
          <p:nvPr/>
        </p:nvSpPr>
        <p:spPr>
          <a:xfrm>
            <a:off x="1907135" y="3703662"/>
            <a:ext cx="838465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</a:pPr>
            <a:r>
              <a:rPr lang="en-US" sz="2400" kern="0" spc="24">
                <a:latin typeface="+mj-lt"/>
                <a:ea typeface="Red Hat Display Bold"/>
                <a:cs typeface="Segoe UI"/>
              </a:rPr>
              <a:t>Crafting Experience Beyond Engineering</a:t>
            </a:r>
            <a:endParaRPr lang="en-US" sz="2400">
              <a:latin typeface="+mj-lt"/>
              <a:ea typeface="Red Hat Display Bold"/>
              <a:cs typeface="Segoe UI"/>
            </a:endParaRPr>
          </a:p>
        </p:txBody>
      </p:sp>
      <p:sp>
        <p:nvSpPr>
          <p:cNvPr id="6" name="Object2">
            <a:extLst>
              <a:ext uri="{FF2B5EF4-FFF2-40B4-BE49-F238E27FC236}">
                <a16:creationId xmlns:a16="http://schemas.microsoft.com/office/drawing/2014/main" id="{B736C4F1-F145-FD67-29EB-3DD66BBCEEC2}"/>
              </a:ext>
            </a:extLst>
          </p:cNvPr>
          <p:cNvSpPr/>
          <p:nvPr/>
        </p:nvSpPr>
        <p:spPr>
          <a:xfrm>
            <a:off x="5461000" y="6311900"/>
            <a:ext cx="127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0"/>
              </a:lnSpc>
            </a:pPr>
            <a:r>
              <a:rPr lang="en-US" sz="1200" spc="300" err="1">
                <a:solidFill>
                  <a:schemeClr val="tx1">
                    <a:lumMod val="50000"/>
                    <a:lumOff val="50000"/>
                  </a:schemeClr>
                </a:solidFill>
                <a:ea typeface="Inter Medium"/>
                <a:cs typeface="Inter Medium" pitchFamily="34" charset="-120"/>
              </a:rPr>
              <a:t>nawatech.co</a:t>
            </a:r>
            <a:endParaRPr lang="en-US" sz="1200" spc="300">
              <a:solidFill>
                <a:schemeClr val="tx1">
                  <a:lumMod val="50000"/>
                  <a:lumOff val="50000"/>
                </a:schemeClr>
              </a:solidFill>
              <a:ea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06990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5FEA920E-F975-43EF-2CC1-191F57F6616E}"/>
              </a:ext>
            </a:extLst>
          </p:cNvPr>
          <p:cNvSpPr txBox="1">
            <a:spLocks/>
          </p:cNvSpPr>
          <p:nvPr/>
        </p:nvSpPr>
        <p:spPr>
          <a:xfrm>
            <a:off x="838200" y="4388422"/>
            <a:ext cx="105156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200" dirty="0"/>
              <a:t>Prepared By</a:t>
            </a:r>
            <a:endParaRPr lang="en-US" sz="2600" dirty="0"/>
          </a:p>
          <a:p>
            <a:pPr marL="0" indent="0" algn="r">
              <a:buNone/>
            </a:pPr>
            <a:r>
              <a:rPr lang="en-US" sz="1500" b="1" dirty="0"/>
              <a:t>DATA &amp; AI TEAM</a:t>
            </a:r>
          </a:p>
          <a:p>
            <a:pPr marL="0" indent="0" algn="r">
              <a:buNone/>
            </a:pPr>
            <a:r>
              <a:rPr lang="en-US" sz="1500" b="1" dirty="0"/>
              <a:t>PT NAWA DARSANA TEKNOLOGI (NAWATECH)</a:t>
            </a:r>
          </a:p>
          <a:p>
            <a:pPr marL="0" indent="0" algn="r">
              <a:buNone/>
            </a:pPr>
            <a:r>
              <a:rPr lang="en-US" sz="1500" b="1" dirty="0"/>
              <a:t>2025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6AC8D0-C254-1DDF-919D-65681FFC370C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PIPELINE TICKETING BRONZE LAYER</a:t>
            </a:r>
          </a:p>
        </p:txBody>
      </p:sp>
      <p:pic>
        <p:nvPicPr>
          <p:cNvPr id="7" name="Object 1" descr="preencoded.png">
            <a:extLst>
              <a:ext uri="{FF2B5EF4-FFF2-40B4-BE49-F238E27FC236}">
                <a16:creationId xmlns:a16="http://schemas.microsoft.com/office/drawing/2014/main" id="{B2302196-5608-88D2-F110-E57A60EC0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34624" y="243904"/>
            <a:ext cx="1512153" cy="3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1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5F9C-AB64-C2D6-80AE-875396C8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A0D35AA-46AD-91D4-82EF-42274A10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pPr algn="ctr"/>
            <a:r>
              <a:rPr lang="en-US" sz="6600" spc="300" dirty="0"/>
              <a:t>IMPLEMENTASI</a:t>
            </a:r>
          </a:p>
        </p:txBody>
      </p:sp>
    </p:spTree>
    <p:extLst>
      <p:ext uri="{BB962C8B-B14F-4D97-AF65-F5344CB8AC3E}">
        <p14:creationId xmlns:p14="http://schemas.microsoft.com/office/powerpoint/2010/main" val="1662478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6F5AD8-9240-406E-9F07-A32754D31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751" y="1825625"/>
            <a:ext cx="9510498" cy="4351338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C6A23A4-81AD-43DB-A37E-BF4559B1A74B}"/>
              </a:ext>
            </a:extLst>
          </p:cNvPr>
          <p:cNvCxnSpPr/>
          <p:nvPr/>
        </p:nvCxnSpPr>
        <p:spPr>
          <a:xfrm>
            <a:off x="2554664" y="2554664"/>
            <a:ext cx="377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15F00D-EA27-4DD4-AD40-9F74FAC16C34}"/>
              </a:ext>
            </a:extLst>
          </p:cNvPr>
          <p:cNvSpPr txBox="1"/>
          <p:nvPr/>
        </p:nvSpPr>
        <p:spPr>
          <a:xfrm>
            <a:off x="2931736" y="2369998"/>
            <a:ext cx="150073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/>
              <a:t>Klik</a:t>
            </a:r>
            <a:r>
              <a:rPr lang="en-US" sz="1600" dirty="0"/>
              <a:t> “New item”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262681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0BFE73-B5AB-4327-A234-646DD93CC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43" y="1825625"/>
            <a:ext cx="9478113" cy="4351338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0D184A-AF56-4073-AE3D-998CCDDF84D3}"/>
              </a:ext>
            </a:extLst>
          </p:cNvPr>
          <p:cNvCxnSpPr>
            <a:cxnSpLocks/>
          </p:cNvCxnSpPr>
          <p:nvPr/>
        </p:nvCxnSpPr>
        <p:spPr>
          <a:xfrm>
            <a:off x="8738647" y="3638746"/>
            <a:ext cx="480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0ED871-1A69-4AF3-AE43-F5FDA79CE771}"/>
              </a:ext>
            </a:extLst>
          </p:cNvPr>
          <p:cNvSpPr txBox="1"/>
          <p:nvPr/>
        </p:nvSpPr>
        <p:spPr>
          <a:xfrm>
            <a:off x="9219414" y="3454080"/>
            <a:ext cx="206966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Pilih</a:t>
            </a:r>
            <a:r>
              <a:rPr lang="en-US" dirty="0"/>
              <a:t> “Data pipeline”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4976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6C0D54-C3DB-4B3E-932E-6F2603FD2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161" y="1825625"/>
            <a:ext cx="9499678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9CC8CE-D78D-41EC-833B-BE3D445B5E8D}"/>
              </a:ext>
            </a:extLst>
          </p:cNvPr>
          <p:cNvSpPr txBox="1"/>
          <p:nvPr/>
        </p:nvSpPr>
        <p:spPr>
          <a:xfrm>
            <a:off x="5209379" y="4128940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Isi </a:t>
            </a:r>
            <a:r>
              <a:rPr lang="en-US" dirty="0" err="1"/>
              <a:t>nama</a:t>
            </a:r>
            <a:r>
              <a:rPr lang="en-US" dirty="0"/>
              <a:t> pipeline</a:t>
            </a:r>
            <a:endParaRPr lang="en-ID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ADAF26-5DF8-49BB-A7FE-DA8D5C8CEE2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6000" y="3921551"/>
            <a:ext cx="0" cy="207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14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F5DB19-F98E-4283-9D45-B43BEEDB9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558" y="1825625"/>
            <a:ext cx="9488883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83A656-0533-4BD6-A11E-CC26F35EA7D0}"/>
              </a:ext>
            </a:extLst>
          </p:cNvPr>
          <p:cNvSpPr txBox="1"/>
          <p:nvPr/>
        </p:nvSpPr>
        <p:spPr>
          <a:xfrm>
            <a:off x="3535052" y="37707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endParaRPr lang="en-ID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5CDE4-34DD-45AB-8BAA-8FF16DFFB15A}"/>
              </a:ext>
            </a:extLst>
          </p:cNvPr>
          <p:cNvSpPr txBox="1"/>
          <p:nvPr/>
        </p:nvSpPr>
        <p:spPr>
          <a:xfrm>
            <a:off x="5935538" y="4243633"/>
            <a:ext cx="320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981062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PIPELINE INIT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1B7DCB5-7AD8-4B94-B6B2-36C7E79AC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751" y="1835052"/>
            <a:ext cx="9510498" cy="43513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0C1EE9-23D1-4AFA-9D3E-E8116185DFB7}"/>
              </a:ext>
            </a:extLst>
          </p:cNvPr>
          <p:cNvSpPr/>
          <p:nvPr/>
        </p:nvSpPr>
        <p:spPr>
          <a:xfrm>
            <a:off x="3176833" y="4703975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15B169-15CF-46FF-B761-6213FE8C49F0}"/>
              </a:ext>
            </a:extLst>
          </p:cNvPr>
          <p:cNvCxnSpPr/>
          <p:nvPr/>
        </p:nvCxnSpPr>
        <p:spPr>
          <a:xfrm>
            <a:off x="5533534" y="4817097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8380DC-69EA-4F07-8987-04A15F1FD384}"/>
              </a:ext>
            </a:extLst>
          </p:cNvPr>
          <p:cNvSpPr txBox="1"/>
          <p:nvPr/>
        </p:nvSpPr>
        <p:spPr>
          <a:xfrm>
            <a:off x="5835192" y="4658494"/>
            <a:ext cx="14273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Nama ETL proses</a:t>
            </a:r>
            <a:endParaRPr lang="en-ID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A6681-1C6B-444D-A615-2583FB8C9717}"/>
              </a:ext>
            </a:extLst>
          </p:cNvPr>
          <p:cNvSpPr/>
          <p:nvPr/>
        </p:nvSpPr>
        <p:spPr>
          <a:xfrm>
            <a:off x="3176833" y="4981624"/>
            <a:ext cx="2356701" cy="419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A9A52C-4D38-40AD-9A4F-B6DCDC504953}"/>
              </a:ext>
            </a:extLst>
          </p:cNvPr>
          <p:cNvCxnSpPr>
            <a:cxnSpLocks/>
          </p:cNvCxnSpPr>
          <p:nvPr/>
        </p:nvCxnSpPr>
        <p:spPr>
          <a:xfrm>
            <a:off x="5533534" y="5191591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CB9E090-7DD8-404A-A112-C3B3286E2BE5}"/>
              </a:ext>
            </a:extLst>
          </p:cNvPr>
          <p:cNvSpPr txBox="1"/>
          <p:nvPr/>
        </p:nvSpPr>
        <p:spPr>
          <a:xfrm>
            <a:off x="5835192" y="5037702"/>
            <a:ext cx="1658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Deskripsi</a:t>
            </a:r>
            <a:r>
              <a:rPr lang="en-US" sz="1400" dirty="0"/>
              <a:t> ETL proses</a:t>
            </a:r>
            <a:endParaRPr lang="en-ID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0E7F8C-D940-4E45-9E92-890303AFAF42}"/>
              </a:ext>
            </a:extLst>
          </p:cNvPr>
          <p:cNvSpPr/>
          <p:nvPr/>
        </p:nvSpPr>
        <p:spPr>
          <a:xfrm>
            <a:off x="3176833" y="5451309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92900B-B14F-4606-B05E-0A9EB6058621}"/>
              </a:ext>
            </a:extLst>
          </p:cNvPr>
          <p:cNvCxnSpPr/>
          <p:nvPr/>
        </p:nvCxnSpPr>
        <p:spPr>
          <a:xfrm>
            <a:off x="5533534" y="5545578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AA6272-B72F-4BC6-A788-9220A3994E3C}"/>
              </a:ext>
            </a:extLst>
          </p:cNvPr>
          <p:cNvSpPr txBox="1"/>
          <p:nvPr/>
        </p:nvSpPr>
        <p:spPr>
          <a:xfrm>
            <a:off x="5835192" y="5391689"/>
            <a:ext cx="1447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Status ETL proses</a:t>
            </a:r>
            <a:endParaRPr lang="en-ID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7F3A2D-0997-482A-A86A-F7FC81CE2CA2}"/>
              </a:ext>
            </a:extLst>
          </p:cNvPr>
          <p:cNvSpPr/>
          <p:nvPr/>
        </p:nvSpPr>
        <p:spPr>
          <a:xfrm>
            <a:off x="3176833" y="5703736"/>
            <a:ext cx="2356701" cy="164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0E7C9-8DE6-4CFC-BC9F-002BF24DA5AF}"/>
              </a:ext>
            </a:extLst>
          </p:cNvPr>
          <p:cNvCxnSpPr>
            <a:cxnSpLocks/>
          </p:cNvCxnSpPr>
          <p:nvPr/>
        </p:nvCxnSpPr>
        <p:spPr>
          <a:xfrm>
            <a:off x="5533534" y="5816858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3635F8-9A8F-4EE9-97F1-F8E12ED5AF8F}"/>
              </a:ext>
            </a:extLst>
          </p:cNvPr>
          <p:cNvSpPr txBox="1"/>
          <p:nvPr/>
        </p:nvSpPr>
        <p:spPr>
          <a:xfrm>
            <a:off x="5835192" y="5657563"/>
            <a:ext cx="2111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Durasi</a:t>
            </a:r>
            <a:r>
              <a:rPr lang="en-US" sz="1400" dirty="0"/>
              <a:t> Timeout ETL proses</a:t>
            </a:r>
            <a:endParaRPr lang="en-ID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60137-6511-42B8-A956-9DFA0A78632B}"/>
              </a:ext>
            </a:extLst>
          </p:cNvPr>
          <p:cNvSpPr/>
          <p:nvPr/>
        </p:nvSpPr>
        <p:spPr>
          <a:xfrm>
            <a:off x="3176833" y="5912005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66F11F-11A7-4773-B083-28A53722F831}"/>
              </a:ext>
            </a:extLst>
          </p:cNvPr>
          <p:cNvCxnSpPr/>
          <p:nvPr/>
        </p:nvCxnSpPr>
        <p:spPr>
          <a:xfrm>
            <a:off x="5533534" y="6025127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B97778-019B-434F-94A6-C5A6244EB8E2}"/>
              </a:ext>
            </a:extLst>
          </p:cNvPr>
          <p:cNvSpPr txBox="1"/>
          <p:nvPr/>
        </p:nvSpPr>
        <p:spPr>
          <a:xfrm>
            <a:off x="5835192" y="5866524"/>
            <a:ext cx="2709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Jumlah</a:t>
            </a:r>
            <a:r>
              <a:rPr lang="en-US" sz="1400" dirty="0"/>
              <a:t> </a:t>
            </a:r>
            <a:r>
              <a:rPr lang="en-US" sz="1400" i="1" dirty="0"/>
              <a:t>re-run</a:t>
            </a:r>
            <a:r>
              <a:rPr lang="en-US" sz="1400" dirty="0"/>
              <a:t> ETL proses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gagal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786051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PIPELINE INIT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49BCE6-E681-4339-BA9C-C9F594654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558" y="1436508"/>
            <a:ext cx="9488883" cy="4351338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569DE8B-6E19-43F1-83AE-949F3E7F9A49}"/>
              </a:ext>
            </a:extLst>
          </p:cNvPr>
          <p:cNvSpPr/>
          <p:nvPr/>
        </p:nvSpPr>
        <p:spPr>
          <a:xfrm>
            <a:off x="3176833" y="4314859"/>
            <a:ext cx="2356701" cy="179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990588-6900-40A7-831E-3E5BB1B8DE46}"/>
              </a:ext>
            </a:extLst>
          </p:cNvPr>
          <p:cNvCxnSpPr>
            <a:cxnSpLocks/>
          </p:cNvCxnSpPr>
          <p:nvPr/>
        </p:nvCxnSpPr>
        <p:spPr>
          <a:xfrm>
            <a:off x="5533534" y="4427980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1E0E28-76E1-4D0B-AD69-325A6C098166}"/>
              </a:ext>
            </a:extLst>
          </p:cNvPr>
          <p:cNvSpPr txBox="1"/>
          <p:nvPr/>
        </p:nvSpPr>
        <p:spPr>
          <a:xfrm>
            <a:off x="5835192" y="4250525"/>
            <a:ext cx="1543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koneksi</a:t>
            </a:r>
            <a:r>
              <a:rPr lang="en-US" sz="1400" dirty="0"/>
              <a:t> ETL proses</a:t>
            </a:r>
            <a:endParaRPr lang="en-ID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1CCA1-23C5-41DC-9E77-4887552F34F5}"/>
              </a:ext>
            </a:extLst>
          </p:cNvPr>
          <p:cNvSpPr/>
          <p:nvPr/>
        </p:nvSpPr>
        <p:spPr>
          <a:xfrm>
            <a:off x="3176833" y="4559957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79BC89-08FA-4AC9-89EA-196DA778EF54}"/>
              </a:ext>
            </a:extLst>
          </p:cNvPr>
          <p:cNvCxnSpPr>
            <a:cxnSpLocks/>
          </p:cNvCxnSpPr>
          <p:nvPr/>
        </p:nvCxnSpPr>
        <p:spPr>
          <a:xfrm>
            <a:off x="5533534" y="4673079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098C86-0AF2-402B-9F53-50CE29B702A9}"/>
              </a:ext>
            </a:extLst>
          </p:cNvPr>
          <p:cNvSpPr txBox="1"/>
          <p:nvPr/>
        </p:nvSpPr>
        <p:spPr>
          <a:xfrm>
            <a:off x="5835192" y="4514476"/>
            <a:ext cx="189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Tipe</a:t>
            </a:r>
            <a:r>
              <a:rPr lang="en-US" sz="1400" dirty="0"/>
              <a:t> </a:t>
            </a:r>
            <a:r>
              <a:rPr lang="en-US" sz="1400" dirty="0" err="1"/>
              <a:t>koneksi</a:t>
            </a:r>
            <a:r>
              <a:rPr lang="en-US" sz="1400" dirty="0"/>
              <a:t> ETL proses</a:t>
            </a:r>
            <a:endParaRPr lang="en-ID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7FCE89-58DF-4ABA-8FAE-47CD92E512BF}"/>
              </a:ext>
            </a:extLst>
          </p:cNvPr>
          <p:cNvSpPr/>
          <p:nvPr/>
        </p:nvSpPr>
        <p:spPr>
          <a:xfrm>
            <a:off x="3176833" y="4823906"/>
            <a:ext cx="2356701" cy="197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501AC3-670B-41C3-9106-8AF7F60B6405}"/>
              </a:ext>
            </a:extLst>
          </p:cNvPr>
          <p:cNvCxnSpPr>
            <a:cxnSpLocks/>
          </p:cNvCxnSpPr>
          <p:nvPr/>
        </p:nvCxnSpPr>
        <p:spPr>
          <a:xfrm>
            <a:off x="5533534" y="4918173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B0931A-4CB2-4753-AEEB-46505CD9B608}"/>
              </a:ext>
            </a:extLst>
          </p:cNvPr>
          <p:cNvSpPr txBox="1"/>
          <p:nvPr/>
        </p:nvSpPr>
        <p:spPr>
          <a:xfrm>
            <a:off x="5828909" y="4764284"/>
            <a:ext cx="207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Tipe</a:t>
            </a:r>
            <a:r>
              <a:rPr lang="en-US" sz="1400" dirty="0"/>
              <a:t> transform ETL proses</a:t>
            </a:r>
            <a:endParaRPr lang="en-ID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48A319-1ED9-4415-99A3-30C1206520B6}"/>
              </a:ext>
            </a:extLst>
          </p:cNvPr>
          <p:cNvSpPr/>
          <p:nvPr/>
        </p:nvSpPr>
        <p:spPr>
          <a:xfrm>
            <a:off x="3176833" y="5078430"/>
            <a:ext cx="2356701" cy="433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8A8E99-38FB-4B4E-8B74-C3629EA1287A}"/>
              </a:ext>
            </a:extLst>
          </p:cNvPr>
          <p:cNvCxnSpPr>
            <a:cxnSpLocks/>
          </p:cNvCxnSpPr>
          <p:nvPr/>
        </p:nvCxnSpPr>
        <p:spPr>
          <a:xfrm>
            <a:off x="5533534" y="5191552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47BCEC-F65E-4E39-95CE-B668F8E0E1C1}"/>
              </a:ext>
            </a:extLst>
          </p:cNvPr>
          <p:cNvSpPr txBox="1"/>
          <p:nvPr/>
        </p:nvSpPr>
        <p:spPr>
          <a:xfrm>
            <a:off x="5835192" y="5032949"/>
            <a:ext cx="1445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Query ETL proses</a:t>
            </a:r>
            <a:endParaRPr lang="en-ID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FFD41-FDB3-4B46-9004-A87D9B1A718E}"/>
              </a:ext>
            </a:extLst>
          </p:cNvPr>
          <p:cNvSpPr txBox="1"/>
          <p:nvPr/>
        </p:nvSpPr>
        <p:spPr>
          <a:xfrm>
            <a:off x="1351557" y="5800289"/>
            <a:ext cx="948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Query ingest data table </a:t>
            </a:r>
            <a:r>
              <a:rPr lang="en-US" sz="1600" b="1" dirty="0" err="1"/>
              <a:t>dashboard_ticketing_aggregate_system</a:t>
            </a:r>
            <a:r>
              <a:rPr lang="en-US" sz="1600" b="1" dirty="0"/>
              <a:t> 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Query Init System</a:t>
            </a:r>
            <a:br>
              <a:rPr lang="en-US" sz="1600" dirty="0"/>
            </a:br>
            <a:r>
              <a:rPr lang="en-US" sz="1600" b="1" dirty="0"/>
              <a:t>Query ingest data table </a:t>
            </a:r>
            <a:r>
              <a:rPr lang="en-US" sz="1600" b="1" dirty="0" err="1"/>
              <a:t>dashboard_ticketing_aggregate_program</a:t>
            </a:r>
            <a:r>
              <a:rPr lang="en-US" sz="1600" b="1" dirty="0"/>
              <a:t> </a:t>
            </a:r>
            <a:r>
              <a:rPr lang="en-US" sz="1600"/>
              <a:t>: </a:t>
            </a:r>
            <a:r>
              <a:rPr lang="en-US" sz="1600">
                <a:hlinkClick r:id="rId4"/>
              </a:rPr>
              <a:t>Query Init Program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832901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PIPELINE INIT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6F9FD1-62D0-4510-A237-049C3DD43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43" y="1825625"/>
            <a:ext cx="9478113" cy="4351338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878F6E-6136-4596-BA1E-FC56C80ACBBC}"/>
              </a:ext>
            </a:extLst>
          </p:cNvPr>
          <p:cNvSpPr/>
          <p:nvPr/>
        </p:nvSpPr>
        <p:spPr>
          <a:xfrm>
            <a:off x="3176833" y="4703976"/>
            <a:ext cx="2356701" cy="179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04151D-6FD5-475C-B5E6-1116312BC2A2}"/>
              </a:ext>
            </a:extLst>
          </p:cNvPr>
          <p:cNvCxnSpPr/>
          <p:nvPr/>
        </p:nvCxnSpPr>
        <p:spPr>
          <a:xfrm>
            <a:off x="5533534" y="4817097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07923D-2FE4-4828-A2F4-918568B974AA}"/>
              </a:ext>
            </a:extLst>
          </p:cNvPr>
          <p:cNvSpPr txBox="1"/>
          <p:nvPr/>
        </p:nvSpPr>
        <p:spPr>
          <a:xfrm>
            <a:off x="5835192" y="4658494"/>
            <a:ext cx="1543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koneksi</a:t>
            </a:r>
            <a:r>
              <a:rPr lang="en-US" sz="1400" dirty="0"/>
              <a:t> ETL proses</a:t>
            </a:r>
            <a:endParaRPr lang="en-ID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46022-74E0-4887-A6D1-5FFABE0510FB}"/>
              </a:ext>
            </a:extLst>
          </p:cNvPr>
          <p:cNvSpPr/>
          <p:nvPr/>
        </p:nvSpPr>
        <p:spPr>
          <a:xfrm>
            <a:off x="3176833" y="4930221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FC1122-2362-4325-AC94-7766CB198828}"/>
              </a:ext>
            </a:extLst>
          </p:cNvPr>
          <p:cNvCxnSpPr/>
          <p:nvPr/>
        </p:nvCxnSpPr>
        <p:spPr>
          <a:xfrm>
            <a:off x="5533534" y="5043343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74670A-DAAB-4E27-A88B-74DD780FB71C}"/>
              </a:ext>
            </a:extLst>
          </p:cNvPr>
          <p:cNvSpPr txBox="1"/>
          <p:nvPr/>
        </p:nvSpPr>
        <p:spPr>
          <a:xfrm>
            <a:off x="5835192" y="4884740"/>
            <a:ext cx="2070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Tipe</a:t>
            </a:r>
            <a:r>
              <a:rPr lang="en-US" sz="1400" dirty="0"/>
              <a:t> transform ETL proses</a:t>
            </a:r>
            <a:endParaRPr lang="en-ID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7EE109-BE8D-402D-9608-740E2EA5E9BC}"/>
              </a:ext>
            </a:extLst>
          </p:cNvPr>
          <p:cNvSpPr/>
          <p:nvPr/>
        </p:nvSpPr>
        <p:spPr>
          <a:xfrm>
            <a:off x="3176833" y="5196196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EC94FB-B1CB-4AA5-ACEC-442C555D2F86}"/>
              </a:ext>
            </a:extLst>
          </p:cNvPr>
          <p:cNvCxnSpPr/>
          <p:nvPr/>
        </p:nvCxnSpPr>
        <p:spPr>
          <a:xfrm>
            <a:off x="5533534" y="5309318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66919B-F592-4B64-9140-B85C4DBDAB9B}"/>
              </a:ext>
            </a:extLst>
          </p:cNvPr>
          <p:cNvSpPr txBox="1"/>
          <p:nvPr/>
        </p:nvSpPr>
        <p:spPr>
          <a:xfrm>
            <a:off x="5835192" y="5150715"/>
            <a:ext cx="226087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Table </a:t>
            </a:r>
            <a:r>
              <a:rPr lang="en-US" sz="1400" i="1" dirty="0" err="1"/>
              <a:t>destinasion</a:t>
            </a:r>
            <a:r>
              <a:rPr lang="en-US" sz="1400" dirty="0"/>
              <a:t> ETL proses</a:t>
            </a:r>
            <a:endParaRPr lang="en-ID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D1EA5A-BCB9-4CA3-88D0-41B9D1E24801}"/>
              </a:ext>
            </a:extLst>
          </p:cNvPr>
          <p:cNvSpPr/>
          <p:nvPr/>
        </p:nvSpPr>
        <p:spPr>
          <a:xfrm>
            <a:off x="3176833" y="5458491"/>
            <a:ext cx="2356701" cy="216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7CDD6F-6DA2-47CC-A11D-65AFEA28F61C}"/>
              </a:ext>
            </a:extLst>
          </p:cNvPr>
          <p:cNvCxnSpPr/>
          <p:nvPr/>
        </p:nvCxnSpPr>
        <p:spPr>
          <a:xfrm>
            <a:off x="5533534" y="5571613"/>
            <a:ext cx="30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BA334-74D3-4C4E-9E9E-25DE3E93C365}"/>
              </a:ext>
            </a:extLst>
          </p:cNvPr>
          <p:cNvSpPr txBox="1"/>
          <p:nvPr/>
        </p:nvSpPr>
        <p:spPr>
          <a:xfrm>
            <a:off x="5835192" y="5413010"/>
            <a:ext cx="1323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Tipe</a:t>
            </a:r>
            <a:r>
              <a:rPr lang="en-US" sz="1400" dirty="0"/>
              <a:t> </a:t>
            </a:r>
            <a:r>
              <a:rPr lang="en-US" sz="1400" i="1" dirty="0"/>
              <a:t>insert</a:t>
            </a:r>
            <a:r>
              <a:rPr lang="en-US" sz="1400" dirty="0"/>
              <a:t> data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1070496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PIPELINE INCR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DE1171-91E0-4DC7-A33E-1F862FBA1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9894" y="1457975"/>
            <a:ext cx="9532211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6C100-8CA0-49AE-A982-E403F7F07848}"/>
              </a:ext>
            </a:extLst>
          </p:cNvPr>
          <p:cNvSpPr txBox="1"/>
          <p:nvPr/>
        </p:nvSpPr>
        <p:spPr>
          <a:xfrm>
            <a:off x="1329894" y="5924607"/>
            <a:ext cx="9532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 Copy </a:t>
            </a:r>
            <a:r>
              <a:rPr lang="en-US" b="1" dirty="0" err="1"/>
              <a:t>Incr</a:t>
            </a:r>
            <a:r>
              <a:rPr lang="en-US" b="1" dirty="0"/>
              <a:t> system</a:t>
            </a:r>
            <a:r>
              <a:rPr lang="en-US" dirty="0"/>
              <a:t> : </a:t>
            </a:r>
            <a:r>
              <a:rPr lang="en-US" dirty="0">
                <a:hlinkClick r:id="rId3"/>
              </a:rPr>
              <a:t>Query </a:t>
            </a:r>
            <a:r>
              <a:rPr lang="en-US" dirty="0" err="1">
                <a:hlinkClick r:id="rId3"/>
              </a:rPr>
              <a:t>Incr</a:t>
            </a:r>
            <a:r>
              <a:rPr lang="en-US" dirty="0">
                <a:hlinkClick r:id="rId3"/>
              </a:rPr>
              <a:t> System</a:t>
            </a:r>
            <a:br>
              <a:rPr lang="en-US" dirty="0"/>
            </a:br>
            <a:r>
              <a:rPr lang="en-US" b="1" dirty="0"/>
              <a:t>Query Copy </a:t>
            </a:r>
            <a:r>
              <a:rPr lang="en-US" b="1" dirty="0" err="1"/>
              <a:t>Incr</a:t>
            </a:r>
            <a:r>
              <a:rPr lang="en-US" b="1" dirty="0"/>
              <a:t> program</a:t>
            </a:r>
            <a:r>
              <a:rPr lang="en-US" dirty="0"/>
              <a:t> : </a:t>
            </a:r>
            <a:r>
              <a:rPr lang="en-US" dirty="0">
                <a:hlinkClick r:id="rId4"/>
              </a:rPr>
              <a:t>Query </a:t>
            </a:r>
            <a:r>
              <a:rPr lang="en-US" dirty="0" err="1">
                <a:hlinkClick r:id="rId4"/>
              </a:rPr>
              <a:t>Incr</a:t>
            </a:r>
            <a:r>
              <a:rPr lang="en-US" dirty="0">
                <a:hlinkClick r:id="rId4"/>
              </a:rPr>
              <a:t> Program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992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NOTEBOOK INCR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576716-F7BE-42FA-ACD3-CF236B6D4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43" y="1439126"/>
            <a:ext cx="9478113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C83B8-1E63-49A5-8E14-641D78C693E4}"/>
              </a:ext>
            </a:extLst>
          </p:cNvPr>
          <p:cNvSpPr txBox="1"/>
          <p:nvPr/>
        </p:nvSpPr>
        <p:spPr>
          <a:xfrm>
            <a:off x="1329894" y="5924607"/>
            <a:ext cx="9532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Notebook </a:t>
            </a:r>
            <a:r>
              <a:rPr lang="en-US" b="1" dirty="0" err="1"/>
              <a:t>Incr</a:t>
            </a:r>
            <a:r>
              <a:rPr lang="en-US" b="1" dirty="0"/>
              <a:t> system</a:t>
            </a:r>
            <a:r>
              <a:rPr lang="en-US" dirty="0"/>
              <a:t> : </a:t>
            </a:r>
            <a:r>
              <a:rPr lang="en-US" dirty="0">
                <a:hlinkClick r:id="rId3"/>
              </a:rPr>
              <a:t>Notebook </a:t>
            </a:r>
            <a:r>
              <a:rPr lang="en-US" dirty="0" err="1">
                <a:hlinkClick r:id="rId3"/>
              </a:rPr>
              <a:t>Incr</a:t>
            </a:r>
            <a:r>
              <a:rPr lang="en-US" dirty="0">
                <a:hlinkClick r:id="rId3"/>
              </a:rPr>
              <a:t> System</a:t>
            </a:r>
            <a:br>
              <a:rPr lang="en-US" dirty="0"/>
            </a:br>
            <a:r>
              <a:rPr lang="en-US" b="1" dirty="0"/>
              <a:t>Notebook </a:t>
            </a:r>
            <a:r>
              <a:rPr lang="en-US" b="1" dirty="0" err="1"/>
              <a:t>Incr</a:t>
            </a:r>
            <a:r>
              <a:rPr lang="en-US" b="1" dirty="0"/>
              <a:t> program</a:t>
            </a:r>
            <a:r>
              <a:rPr lang="en-US" dirty="0"/>
              <a:t> : </a:t>
            </a:r>
            <a:r>
              <a:rPr lang="en-US" dirty="0">
                <a:hlinkClick r:id="rId4"/>
              </a:rPr>
              <a:t>Notebook </a:t>
            </a:r>
            <a:r>
              <a:rPr lang="en-US" dirty="0" err="1">
                <a:hlinkClick r:id="rId4"/>
              </a:rPr>
              <a:t>Incr</a:t>
            </a:r>
            <a:r>
              <a:rPr lang="en-US" dirty="0">
                <a:hlinkClick r:id="rId4"/>
              </a:rPr>
              <a:t> Program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5862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6D3A-7778-BF8C-F2AC-F0424777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A8D524F-7681-C1E0-6548-1B063656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pPr algn="ctr"/>
            <a:r>
              <a:rPr lang="en-US" sz="6600" spc="300"/>
              <a:t>RESULTS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7648A2-3309-3C7D-7050-2CBB9204FA07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Exploring Ideas, Expanding Possibilities</a:t>
            </a:r>
          </a:p>
        </p:txBody>
      </p:sp>
    </p:spTree>
    <p:extLst>
      <p:ext uri="{BB962C8B-B14F-4D97-AF65-F5344CB8AC3E}">
        <p14:creationId xmlns:p14="http://schemas.microsoft.com/office/powerpoint/2010/main" val="378760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EB4A-B5E0-E297-C1ED-73099EC8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1791-AD7B-2569-D006-75442527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A7F87F-F7B4-411F-ADD0-1306D194D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43" y="1825625"/>
            <a:ext cx="9478113" cy="4351338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02A1565-095F-4AF5-8867-E3B4DA56FF2E}"/>
              </a:ext>
            </a:extLst>
          </p:cNvPr>
          <p:cNvSpPr/>
          <p:nvPr/>
        </p:nvSpPr>
        <p:spPr>
          <a:xfrm>
            <a:off x="1857080" y="3667027"/>
            <a:ext cx="1489435" cy="301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257DEB-686A-4785-9A5F-76756F30EEA4}"/>
              </a:ext>
            </a:extLst>
          </p:cNvPr>
          <p:cNvCxnSpPr/>
          <p:nvPr/>
        </p:nvCxnSpPr>
        <p:spPr>
          <a:xfrm>
            <a:off x="3346515" y="3799002"/>
            <a:ext cx="5001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B1CE47-4212-4019-9C78-D3155DAAA19A}"/>
              </a:ext>
            </a:extLst>
          </p:cNvPr>
          <p:cNvSpPr txBox="1"/>
          <p:nvPr/>
        </p:nvSpPr>
        <p:spPr>
          <a:xfrm>
            <a:off x="3829687" y="3599353"/>
            <a:ext cx="26443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Folder pipeline, </a:t>
            </a:r>
            <a:r>
              <a:rPr lang="en-US" dirty="0" err="1"/>
              <a:t>lakehouse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8CDACC-A7A8-48A0-B03E-431B523DA53D}"/>
              </a:ext>
            </a:extLst>
          </p:cNvPr>
          <p:cNvSpPr/>
          <p:nvPr/>
        </p:nvSpPr>
        <p:spPr>
          <a:xfrm>
            <a:off x="2122601" y="4319047"/>
            <a:ext cx="1489435" cy="8091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2E9B5C-E8D5-42BC-B0BA-98D6E3676E02}"/>
              </a:ext>
            </a:extLst>
          </p:cNvPr>
          <p:cNvCxnSpPr>
            <a:cxnSpLocks/>
          </p:cNvCxnSpPr>
          <p:nvPr/>
        </p:nvCxnSpPr>
        <p:spPr>
          <a:xfrm>
            <a:off x="3612036" y="4718475"/>
            <a:ext cx="5001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ECDE6B7-6C8A-4363-ACFB-ADA11AEE388E}"/>
              </a:ext>
            </a:extLst>
          </p:cNvPr>
          <p:cNvSpPr txBox="1"/>
          <p:nvPr/>
        </p:nvSpPr>
        <p:spPr>
          <a:xfrm>
            <a:off x="4095208" y="4518826"/>
            <a:ext cx="11758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Lakehouse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1FCF24-2CEA-4038-86A0-1D16E7C8EAF8}"/>
              </a:ext>
            </a:extLst>
          </p:cNvPr>
          <p:cNvSpPr/>
          <p:nvPr/>
        </p:nvSpPr>
        <p:spPr>
          <a:xfrm>
            <a:off x="2122601" y="5206365"/>
            <a:ext cx="1489435" cy="8091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15BB5C-F18D-4D29-B2AF-A19E5B620B02}"/>
              </a:ext>
            </a:extLst>
          </p:cNvPr>
          <p:cNvCxnSpPr>
            <a:cxnSpLocks/>
          </p:cNvCxnSpPr>
          <p:nvPr/>
        </p:nvCxnSpPr>
        <p:spPr>
          <a:xfrm>
            <a:off x="3612036" y="5605793"/>
            <a:ext cx="5001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ADA245-7A3F-475F-80BD-508944D6B191}"/>
              </a:ext>
            </a:extLst>
          </p:cNvPr>
          <p:cNvSpPr txBox="1"/>
          <p:nvPr/>
        </p:nvSpPr>
        <p:spPr>
          <a:xfrm>
            <a:off x="4095208" y="5406144"/>
            <a:ext cx="220189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Pipeline </a:t>
            </a:r>
            <a:r>
              <a:rPr lang="en-US" dirty="0" err="1"/>
              <a:t>Incr</a:t>
            </a:r>
            <a:r>
              <a:rPr lang="en-US" dirty="0"/>
              <a:t> dan Init</a:t>
            </a:r>
          </a:p>
        </p:txBody>
      </p:sp>
    </p:spTree>
    <p:extLst>
      <p:ext uri="{BB962C8B-B14F-4D97-AF65-F5344CB8AC3E}">
        <p14:creationId xmlns:p14="http://schemas.microsoft.com/office/powerpoint/2010/main" val="4166241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EB4A-B5E0-E297-C1ED-73099EC8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1791-AD7B-2569-D006-75442527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C50E7B-84AB-4735-921A-42B3B168B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43" y="1806771"/>
            <a:ext cx="9478113" cy="4351338"/>
          </a:xfrm>
        </p:spPr>
      </p:pic>
    </p:spTree>
    <p:extLst>
      <p:ext uri="{BB962C8B-B14F-4D97-AF65-F5344CB8AC3E}">
        <p14:creationId xmlns:p14="http://schemas.microsoft.com/office/powerpoint/2010/main" val="1832259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F174-E3AC-80C9-4137-4812522C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459926"/>
          </a:xfrm>
        </p:spPr>
        <p:txBody>
          <a:bodyPr>
            <a:normAutofit/>
          </a:bodyPr>
          <a:lstStyle/>
          <a:p>
            <a:r>
              <a:rPr lang="en-US" sz="540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C5320-0450-B7D5-7B83-D205139BD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69665"/>
            <a:ext cx="10515600" cy="1919985"/>
          </a:xfrm>
        </p:spPr>
        <p:txBody>
          <a:bodyPr>
            <a:normAutofit/>
          </a:bodyPr>
          <a:lstStyle/>
          <a:p>
            <a:r>
              <a:rPr lang="en-US" sz="2000" spc="300"/>
              <a:t>Let’s Collaborate</a:t>
            </a:r>
          </a:p>
        </p:txBody>
      </p:sp>
      <p:pic>
        <p:nvPicPr>
          <p:cNvPr id="4" name="Object 1" descr="preencoded.png">
            <a:extLst>
              <a:ext uri="{FF2B5EF4-FFF2-40B4-BE49-F238E27FC236}">
                <a16:creationId xmlns:a16="http://schemas.microsoft.com/office/drawing/2014/main" id="{82A84DD7-0FCE-BECB-919C-76450DC91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6846" y="2827632"/>
            <a:ext cx="1715770" cy="4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94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C9A-6909-EF75-7F97-CD05F7D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IMPLEMENTASI : PIPELINE INIT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6A9525-EBF7-47A6-AB92-8880B4389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58" y="1825625"/>
            <a:ext cx="9502484" cy="4351338"/>
          </a:xfrm>
        </p:spPr>
      </p:pic>
    </p:spTree>
    <p:extLst>
      <p:ext uri="{BB962C8B-B14F-4D97-AF65-F5344CB8AC3E}">
        <p14:creationId xmlns:p14="http://schemas.microsoft.com/office/powerpoint/2010/main" val="31367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0E25D9177334429EAEE74A444A630A" ma:contentTypeVersion="16" ma:contentTypeDescription="Create a new document." ma:contentTypeScope="" ma:versionID="d1e6bf55b23d7f02cc74b4d3f56c26dd">
  <xsd:schema xmlns:xsd="http://www.w3.org/2001/XMLSchema" xmlns:xs="http://www.w3.org/2001/XMLSchema" xmlns:p="http://schemas.microsoft.com/office/2006/metadata/properties" xmlns:ns2="bc5625e7-241d-4c01-9664-76b2c0bd8c53" xmlns:ns3="e01f04f6-20fd-4f8d-8872-a1a8db49c627" targetNamespace="http://schemas.microsoft.com/office/2006/metadata/properties" ma:root="true" ma:fieldsID="0e3dfdcbff00e4660cb2686566bb134f" ns2:_="" ns3:_="">
    <xsd:import namespace="bc5625e7-241d-4c01-9664-76b2c0bd8c53"/>
    <xsd:import namespace="e01f04f6-20fd-4f8d-8872-a1a8db49c6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IssuingOrg" minOccurs="0"/>
                <xsd:element ref="ns2:Exam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5625e7-241d-4c01-9664-76b2c0bd8c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e4d770b-9b2b-4ea8-be0f-2a6391867c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ssuingOrg" ma:index="22" nillable="true" ma:displayName="Issuing Org" ma:description="Company or organization that execute the exam" ma:format="Dropdown" ma:internalName="IssuingOrg">
      <xsd:simpleType>
        <xsd:restriction base="dms:Text">
          <xsd:maxLength value="255"/>
        </xsd:restriction>
      </xsd:simpleType>
    </xsd:element>
    <xsd:element name="ExamCode" ma:index="23" nillable="true" ma:displayName="Exam Code" ma:description="Code for Exam" ma:format="Dropdown" ma:internalName="ExamCod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f04f6-20fd-4f8d-8872-a1a8db49c62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9f20ce7-ad6e-4bff-b5fe-2f87eee507b9}" ma:internalName="TaxCatchAll" ma:showField="CatchAllData" ma:web="e01f04f6-20fd-4f8d-8872-a1a8db49c6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5625e7-241d-4c01-9664-76b2c0bd8c53">
      <Terms xmlns="http://schemas.microsoft.com/office/infopath/2007/PartnerControls"/>
    </lcf76f155ced4ddcb4097134ff3c332f>
    <ExamCode xmlns="bc5625e7-241d-4c01-9664-76b2c0bd8c53" xsi:nil="true"/>
    <TaxCatchAll xmlns="e01f04f6-20fd-4f8d-8872-a1a8db49c627" xsi:nil="true"/>
    <IssuingOrg xmlns="bc5625e7-241d-4c01-9664-76b2c0bd8c5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9C4ED3-571E-40A5-89FC-BEE91CB1A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5625e7-241d-4c01-9664-76b2c0bd8c53"/>
    <ds:schemaRef ds:uri="e01f04f6-20fd-4f8d-8872-a1a8db49c6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A8E4B5-CCFA-4220-A916-0D62ECEA7563}">
  <ds:schemaRefs>
    <ds:schemaRef ds:uri="http://schemas.microsoft.com/office/2006/metadata/properties"/>
    <ds:schemaRef ds:uri="http://schemas.microsoft.com/office/infopath/2007/PartnerControls"/>
    <ds:schemaRef ds:uri="bc5625e7-241d-4c01-9664-76b2c0bd8c53"/>
    <ds:schemaRef ds:uri="e01f04f6-20fd-4f8d-8872-a1a8db49c627"/>
  </ds:schemaRefs>
</ds:datastoreItem>
</file>

<file path=customXml/itemProps3.xml><?xml version="1.0" encoding="utf-8"?>
<ds:datastoreItem xmlns:ds="http://schemas.openxmlformats.org/officeDocument/2006/customXml" ds:itemID="{7C837E41-435F-4D57-86FA-A4EFC3B3BF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201</Words>
  <Application>Microsoft Office PowerPoint</Application>
  <PresentationFormat>Widescreen</PresentationFormat>
  <Paragraphs>48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IMPLEMENTASI</vt:lpstr>
      <vt:lpstr>IMPLEMENTASI</vt:lpstr>
      <vt:lpstr>IMPLEMENTASI</vt:lpstr>
      <vt:lpstr>IMPLEMENTASI</vt:lpstr>
      <vt:lpstr>IMPLEMENTASI</vt:lpstr>
      <vt:lpstr>IMPLEMENTASI : PIPELINE INIT</vt:lpstr>
      <vt:lpstr>IMPLEMENTASI : PIPELINE INIT</vt:lpstr>
      <vt:lpstr>IMPLEMENTASI : PIPELINE INIT</vt:lpstr>
      <vt:lpstr>IMPLEMENTASI : PIPELINE INCR</vt:lpstr>
      <vt:lpstr>IMPLEMENTASI : NOTEBOOK INCR</vt:lpstr>
      <vt:lpstr>RESULTS</vt:lpstr>
      <vt:lpstr>RESULTS</vt:lpstr>
      <vt:lpstr>RESULTS</vt:lpstr>
      <vt:lpstr>THANK YOU</vt:lpstr>
      <vt:lpstr>IMPLEMENTASI : PIPELINE INIT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Venantius Galih Priyanto</dc:creator>
  <cp:lastModifiedBy>Rahmad Ramadhan</cp:lastModifiedBy>
  <cp:revision>18</cp:revision>
  <dcterms:created xsi:type="dcterms:W3CDTF">2025-01-30T03:26:03Z</dcterms:created>
  <dcterms:modified xsi:type="dcterms:W3CDTF">2025-05-19T03:31:50Z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0x010100D50E25D9177334429EAEE74A444A630A</vt:lpwstr>
  </property>
  <property fmtid="{D5CDD505-2E9C-101B-9397-08002B2CF9AE}" pid="3" name="MediaServiceImageTags">
    <vt:lpwstr/>
  </property>
</Properties>
</file>